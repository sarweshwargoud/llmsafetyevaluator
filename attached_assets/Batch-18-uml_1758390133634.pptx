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6" r:id="rId2"/>
    <p:sldId id="258" r:id="rId3"/>
    <p:sldId id="277" r:id="rId4"/>
    <p:sldId id="266" r:id="rId5"/>
    <p:sldId id="259" r:id="rId6"/>
    <p:sldId id="265" r:id="rId7"/>
    <p:sldId id="260" r:id="rId8"/>
    <p:sldId id="278" r:id="rId9"/>
    <p:sldId id="275" r:id="rId10"/>
    <p:sldId id="261" r:id="rId11"/>
    <p:sldId id="270" r:id="rId12"/>
    <p:sldId id="276" r:id="rId13"/>
    <p:sldId id="273" r:id="rId14"/>
    <p:sldId id="267" r:id="rId15"/>
    <p:sldId id="268" r:id="rId16"/>
    <p:sldId id="280" r:id="rId17"/>
    <p:sldId id="269" r:id="rId18"/>
    <p:sldId id="281" r:id="rId19"/>
    <p:sldId id="271" r:id="rId20"/>
    <p:sldId id="282" r:id="rId21"/>
    <p:sldId id="272" r:id="rId22"/>
    <p:sldId id="279" r:id="rId23"/>
    <p:sldId id="264" r:id="rId24"/>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97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aini Rohith" initials="GR" lastIdx="1" clrIdx="0">
    <p:extLst>
      <p:ext uri="{19B8F6BF-5375-455C-9EA6-DF929625EA0E}">
        <p15:presenceInfo xmlns:p15="http://schemas.microsoft.com/office/powerpoint/2012/main" userId="e4fb140ffaeed1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307AF0-291A-4CFB-83A0-726786BC9B9D}" v="19" dt="2025-09-19T06:57:22.432"/>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91111" autoAdjust="0"/>
  </p:normalViewPr>
  <p:slideViewPr>
    <p:cSldViewPr>
      <p:cViewPr varScale="1">
        <p:scale>
          <a:sx n="75" d="100"/>
          <a:sy n="75" d="100"/>
        </p:scale>
        <p:origin x="1690" y="10"/>
      </p:cViewPr>
      <p:guideLst>
        <p:guide orient="horz" pos="2880"/>
        <p:guide pos="2976"/>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mshidhar Dontharaboina" userId="45a18fc9cc85331f" providerId="LiveId" clId="{DF64304B-1A49-4370-8937-E37159249F2C}"/>
    <pc:docChg chg="undo custSel addSld delSld modSld sldOrd">
      <pc:chgData name="Vamshidhar Dontharaboina" userId="45a18fc9cc85331f" providerId="LiveId" clId="{DF64304B-1A49-4370-8937-E37159249F2C}" dt="2025-09-19T07:01:13.890" v="195" actId="14100"/>
      <pc:docMkLst>
        <pc:docMk/>
      </pc:docMkLst>
      <pc:sldChg chg="modSp mod">
        <pc:chgData name="Vamshidhar Dontharaboina" userId="45a18fc9cc85331f" providerId="LiveId" clId="{DF64304B-1A49-4370-8937-E37159249F2C}" dt="2025-09-19T07:00:19.423" v="143" actId="20577"/>
        <pc:sldMkLst>
          <pc:docMk/>
          <pc:sldMk cId="0" sldId="258"/>
        </pc:sldMkLst>
        <pc:spChg chg="mod">
          <ac:chgData name="Vamshidhar Dontharaboina" userId="45a18fc9cc85331f" providerId="LiveId" clId="{DF64304B-1A49-4370-8937-E37159249F2C}" dt="2025-09-19T07:00:19.423" v="143" actId="20577"/>
          <ac:spMkLst>
            <pc:docMk/>
            <pc:sldMk cId="0" sldId="258"/>
            <ac:spMk id="2" creationId="{00000000-0000-0000-0000-000000000000}"/>
          </ac:spMkLst>
        </pc:spChg>
      </pc:sldChg>
      <pc:sldChg chg="addSp delSp modSp mod">
        <pc:chgData name="Vamshidhar Dontharaboina" userId="45a18fc9cc85331f" providerId="LiveId" clId="{DF64304B-1A49-4370-8937-E37159249F2C}" dt="2025-09-19T07:00:58.169" v="180" actId="20577"/>
        <pc:sldMkLst>
          <pc:docMk/>
          <pc:sldMk cId="0" sldId="259"/>
        </pc:sldMkLst>
        <pc:spChg chg="mod">
          <ac:chgData name="Vamshidhar Dontharaboina" userId="45a18fc9cc85331f" providerId="LiveId" clId="{DF64304B-1A49-4370-8937-E37159249F2C}" dt="2025-09-19T07:00:58.169" v="180" actId="20577"/>
          <ac:spMkLst>
            <pc:docMk/>
            <pc:sldMk cId="0" sldId="259"/>
            <ac:spMk id="2" creationId="{00000000-0000-0000-0000-000000000000}"/>
          </ac:spMkLst>
        </pc:spChg>
        <pc:spChg chg="mod">
          <ac:chgData name="Vamshidhar Dontharaboina" userId="45a18fc9cc85331f" providerId="LiveId" clId="{DF64304B-1A49-4370-8937-E37159249F2C}" dt="2025-09-19T06:57:35.069" v="90" actId="6549"/>
          <ac:spMkLst>
            <pc:docMk/>
            <pc:sldMk cId="0" sldId="259"/>
            <ac:spMk id="7" creationId="{00000000-0000-0000-0000-000000000000}"/>
          </ac:spMkLst>
        </pc:spChg>
        <pc:spChg chg="add del mod">
          <ac:chgData name="Vamshidhar Dontharaboina" userId="45a18fc9cc85331f" providerId="LiveId" clId="{DF64304B-1A49-4370-8937-E37159249F2C}" dt="2025-09-19T06:57:18.992" v="86" actId="478"/>
          <ac:spMkLst>
            <pc:docMk/>
            <pc:sldMk cId="0" sldId="259"/>
            <ac:spMk id="10" creationId="{3C7F301F-DDE5-72FA-E942-37CBBA6FE9F5}"/>
          </ac:spMkLst>
        </pc:spChg>
      </pc:sldChg>
      <pc:sldChg chg="addSp delSp modSp mod">
        <pc:chgData name="Vamshidhar Dontharaboina" userId="45a18fc9cc85331f" providerId="LiveId" clId="{DF64304B-1A49-4370-8937-E37159249F2C}" dt="2025-09-19T04:51:34.946" v="1" actId="478"/>
        <pc:sldMkLst>
          <pc:docMk/>
          <pc:sldMk cId="0" sldId="264"/>
        </pc:sldMkLst>
        <pc:spChg chg="add del">
          <ac:chgData name="Vamshidhar Dontharaboina" userId="45a18fc9cc85331f" providerId="LiveId" clId="{DF64304B-1A49-4370-8937-E37159249F2C}" dt="2025-09-19T04:51:34.946" v="1" actId="478"/>
          <ac:spMkLst>
            <pc:docMk/>
            <pc:sldMk cId="0" sldId="264"/>
            <ac:spMk id="2" creationId="{00000000-0000-0000-0000-000000000000}"/>
          </ac:spMkLst>
        </pc:spChg>
        <pc:spChg chg="add del">
          <ac:chgData name="Vamshidhar Dontharaboina" userId="45a18fc9cc85331f" providerId="LiveId" clId="{DF64304B-1A49-4370-8937-E37159249F2C}" dt="2025-09-19T04:51:34.946" v="1" actId="478"/>
          <ac:spMkLst>
            <pc:docMk/>
            <pc:sldMk cId="0" sldId="264"/>
            <ac:spMk id="8" creationId="{FCC6EBF1-DD35-A48F-D509-B2FE28CAE8CF}"/>
          </ac:spMkLst>
        </pc:spChg>
        <pc:spChg chg="add del mod">
          <ac:chgData name="Vamshidhar Dontharaboina" userId="45a18fc9cc85331f" providerId="LiveId" clId="{DF64304B-1A49-4370-8937-E37159249F2C}" dt="2025-09-19T04:51:34.946" v="1" actId="478"/>
          <ac:spMkLst>
            <pc:docMk/>
            <pc:sldMk cId="0" sldId="264"/>
            <ac:spMk id="9" creationId="{7DFC8146-4510-24D6-8CB0-C777BFAADA99}"/>
          </ac:spMkLst>
        </pc:spChg>
        <pc:grpChg chg="add del">
          <ac:chgData name="Vamshidhar Dontharaboina" userId="45a18fc9cc85331f" providerId="LiveId" clId="{DF64304B-1A49-4370-8937-E37159249F2C}" dt="2025-09-19T04:51:34.946" v="1" actId="478"/>
          <ac:grpSpMkLst>
            <pc:docMk/>
            <pc:sldMk cId="0" sldId="264"/>
            <ac:grpSpMk id="3" creationId="{00000000-0000-0000-0000-000000000000}"/>
          </ac:grpSpMkLst>
        </pc:grpChg>
      </pc:sldChg>
      <pc:sldChg chg="modSp mod">
        <pc:chgData name="Vamshidhar Dontharaboina" userId="45a18fc9cc85331f" providerId="LiveId" clId="{DF64304B-1A49-4370-8937-E37159249F2C}" dt="2025-09-19T07:01:13.890" v="195" actId="14100"/>
        <pc:sldMkLst>
          <pc:docMk/>
          <pc:sldMk cId="1743864215" sldId="265"/>
        </pc:sldMkLst>
        <pc:spChg chg="mod">
          <ac:chgData name="Vamshidhar Dontharaboina" userId="45a18fc9cc85331f" providerId="LiveId" clId="{DF64304B-1A49-4370-8937-E37159249F2C}" dt="2025-09-19T07:01:13.890" v="195" actId="14100"/>
          <ac:spMkLst>
            <pc:docMk/>
            <pc:sldMk cId="1743864215" sldId="265"/>
            <ac:spMk id="2" creationId="{FB9A3209-BE16-7DB9-2C52-DD54C56667BB}"/>
          </ac:spMkLst>
        </pc:spChg>
      </pc:sldChg>
      <pc:sldChg chg="ord">
        <pc:chgData name="Vamshidhar Dontharaboina" userId="45a18fc9cc85331f" providerId="LiveId" clId="{DF64304B-1A49-4370-8937-E37159249F2C}" dt="2025-09-19T06:57:44.932" v="92"/>
        <pc:sldMkLst>
          <pc:docMk/>
          <pc:sldMk cId="3247029666" sldId="270"/>
        </pc:sldMkLst>
      </pc:sldChg>
      <pc:sldChg chg="del">
        <pc:chgData name="Vamshidhar Dontharaboina" userId="45a18fc9cc85331f" providerId="LiveId" clId="{DF64304B-1A49-4370-8937-E37159249F2C}" dt="2025-09-19T06:56:46.070" v="80" actId="47"/>
        <pc:sldMkLst>
          <pc:docMk/>
          <pc:sldMk cId="3344612685" sldId="274"/>
        </pc:sldMkLst>
      </pc:sldChg>
      <pc:sldChg chg="modSp mod">
        <pc:chgData name="Vamshidhar Dontharaboina" userId="45a18fc9cc85331f" providerId="LiveId" clId="{DF64304B-1A49-4370-8937-E37159249F2C}" dt="2025-09-19T06:54:33.555" v="71" actId="207"/>
        <pc:sldMkLst>
          <pc:docMk/>
          <pc:sldMk cId="1743187552" sldId="275"/>
        </pc:sldMkLst>
        <pc:spChg chg="mod">
          <ac:chgData name="Vamshidhar Dontharaboina" userId="45a18fc9cc85331f" providerId="LiveId" clId="{DF64304B-1A49-4370-8937-E37159249F2C}" dt="2025-09-19T06:54:33.555" v="71" actId="207"/>
          <ac:spMkLst>
            <pc:docMk/>
            <pc:sldMk cId="1743187552" sldId="275"/>
            <ac:spMk id="2" creationId="{CC034D28-09CA-4993-8B79-0E20AD182616}"/>
          </ac:spMkLst>
        </pc:spChg>
      </pc:sldChg>
      <pc:sldChg chg="modSp mod">
        <pc:chgData name="Vamshidhar Dontharaboina" userId="45a18fc9cc85331f" providerId="LiveId" clId="{DF64304B-1A49-4370-8937-E37159249F2C}" dt="2025-09-19T06:54:25.071" v="70" actId="207"/>
        <pc:sldMkLst>
          <pc:docMk/>
          <pc:sldMk cId="576754238" sldId="276"/>
        </pc:sldMkLst>
        <pc:spChg chg="mod">
          <ac:chgData name="Vamshidhar Dontharaboina" userId="45a18fc9cc85331f" providerId="LiveId" clId="{DF64304B-1A49-4370-8937-E37159249F2C}" dt="2025-09-19T06:54:25.071" v="70" actId="207"/>
          <ac:spMkLst>
            <pc:docMk/>
            <pc:sldMk cId="576754238" sldId="276"/>
            <ac:spMk id="2" creationId="{A234BFE3-5A9C-9535-41D4-7AE7C87FFDAB}"/>
          </ac:spMkLst>
        </pc:spChg>
      </pc:sldChg>
      <pc:sldChg chg="modSp mod">
        <pc:chgData name="Vamshidhar Dontharaboina" userId="45a18fc9cc85331f" providerId="LiveId" clId="{DF64304B-1A49-4370-8937-E37159249F2C}" dt="2025-09-19T07:00:28.231" v="163" actId="20577"/>
        <pc:sldMkLst>
          <pc:docMk/>
          <pc:sldMk cId="1713084661" sldId="277"/>
        </pc:sldMkLst>
        <pc:spChg chg="mod">
          <ac:chgData name="Vamshidhar Dontharaboina" userId="45a18fc9cc85331f" providerId="LiveId" clId="{DF64304B-1A49-4370-8937-E37159249F2C}" dt="2025-09-19T07:00:28.231" v="163" actId="20577"/>
          <ac:spMkLst>
            <pc:docMk/>
            <pc:sldMk cId="1713084661" sldId="277"/>
            <ac:spMk id="2" creationId="{7A6666AF-D8A9-EAF7-44F9-0A9000D529A7}"/>
          </ac:spMkLst>
        </pc:spChg>
      </pc:sldChg>
      <pc:sldChg chg="addSp delSp modSp new mod ord">
        <pc:chgData name="Vamshidhar Dontharaboina" userId="45a18fc9cc85331f" providerId="LiveId" clId="{DF64304B-1A49-4370-8937-E37159249F2C}" dt="2025-09-19T06:55:56.692" v="79"/>
        <pc:sldMkLst>
          <pc:docMk/>
          <pc:sldMk cId="1628390326" sldId="279"/>
        </pc:sldMkLst>
        <pc:spChg chg="del">
          <ac:chgData name="Vamshidhar Dontharaboina" userId="45a18fc9cc85331f" providerId="LiveId" clId="{DF64304B-1A49-4370-8937-E37159249F2C}" dt="2025-09-19T06:55:55.650" v="78" actId="478"/>
          <ac:spMkLst>
            <pc:docMk/>
            <pc:sldMk cId="1628390326" sldId="279"/>
            <ac:spMk id="2" creationId="{D949DB15-44AC-98AE-A1B2-34745BDE59CC}"/>
          </ac:spMkLst>
        </pc:spChg>
        <pc:spChg chg="add del mod">
          <ac:chgData name="Vamshidhar Dontharaboina" userId="45a18fc9cc85331f" providerId="LiveId" clId="{DF64304B-1A49-4370-8937-E37159249F2C}" dt="2025-09-19T04:52:39.570" v="13" actId="478"/>
          <ac:spMkLst>
            <pc:docMk/>
            <pc:sldMk cId="1628390326" sldId="279"/>
            <ac:spMk id="3" creationId="{64A6AC90-DE6A-11DA-4E0F-29B6ECB58AD6}"/>
          </ac:spMkLst>
        </pc:spChg>
        <pc:spChg chg="mod">
          <ac:chgData name="Vamshidhar Dontharaboina" userId="45a18fc9cc85331f" providerId="LiveId" clId="{DF64304B-1A49-4370-8937-E37159249F2C}" dt="2025-09-19T04:52:01.891" v="6"/>
          <ac:spMkLst>
            <pc:docMk/>
            <pc:sldMk cId="1628390326" sldId="279"/>
            <ac:spMk id="5" creationId="{8213D369-7D3C-5891-1795-1EFE0292FB20}"/>
          </ac:spMkLst>
        </pc:spChg>
        <pc:spChg chg="mod">
          <ac:chgData name="Vamshidhar Dontharaboina" userId="45a18fc9cc85331f" providerId="LiveId" clId="{DF64304B-1A49-4370-8937-E37159249F2C}" dt="2025-09-19T04:52:01.891" v="6"/>
          <ac:spMkLst>
            <pc:docMk/>
            <pc:sldMk cId="1628390326" sldId="279"/>
            <ac:spMk id="6" creationId="{5FC7EF5C-931B-2D68-3AD8-A0F1396FEE75}"/>
          </ac:spMkLst>
        </pc:spChg>
        <pc:spChg chg="add mod">
          <ac:chgData name="Vamshidhar Dontharaboina" userId="45a18fc9cc85331f" providerId="LiveId" clId="{DF64304B-1A49-4370-8937-E37159249F2C}" dt="2025-09-19T04:52:01.891" v="6"/>
          <ac:spMkLst>
            <pc:docMk/>
            <pc:sldMk cId="1628390326" sldId="279"/>
            <ac:spMk id="8" creationId="{DDAC860B-B3D4-F5AA-C0B9-BD1E286559BE}"/>
          </ac:spMkLst>
        </pc:spChg>
        <pc:spChg chg="add del">
          <ac:chgData name="Vamshidhar Dontharaboina" userId="45a18fc9cc85331f" providerId="LiveId" clId="{DF64304B-1A49-4370-8937-E37159249F2C}" dt="2025-09-19T05:56:41" v="50" actId="22"/>
          <ac:spMkLst>
            <pc:docMk/>
            <pc:sldMk cId="1628390326" sldId="279"/>
            <ac:spMk id="10" creationId="{7910B551-2442-63C6-E939-2166E27660B9}"/>
          </ac:spMkLst>
        </pc:spChg>
        <pc:spChg chg="add mod">
          <ac:chgData name="Vamshidhar Dontharaboina" userId="45a18fc9cc85331f" providerId="LiveId" clId="{DF64304B-1A49-4370-8937-E37159249F2C}" dt="2025-09-19T05:57:51.247" v="65" actId="14100"/>
          <ac:spMkLst>
            <pc:docMk/>
            <pc:sldMk cId="1628390326" sldId="279"/>
            <ac:spMk id="12" creationId="{8304BAF3-FD1F-D6C9-F6B9-2820AE120924}"/>
          </ac:spMkLst>
        </pc:spChg>
        <pc:spChg chg="add mod">
          <ac:chgData name="Vamshidhar Dontharaboina" userId="45a18fc9cc85331f" providerId="LiveId" clId="{DF64304B-1A49-4370-8937-E37159249F2C}" dt="2025-09-19T06:55:56.692" v="79"/>
          <ac:spMkLst>
            <pc:docMk/>
            <pc:sldMk cId="1628390326" sldId="279"/>
            <ac:spMk id="13" creationId="{AF24B670-857D-BEEA-1052-EEF860230654}"/>
          </ac:spMkLst>
        </pc:spChg>
        <pc:grpChg chg="add mod">
          <ac:chgData name="Vamshidhar Dontharaboina" userId="45a18fc9cc85331f" providerId="LiveId" clId="{DF64304B-1A49-4370-8937-E37159249F2C}" dt="2025-09-19T04:52:01.891" v="6"/>
          <ac:grpSpMkLst>
            <pc:docMk/>
            <pc:sldMk cId="1628390326" sldId="279"/>
            <ac:grpSpMk id="4" creationId="{0F2BE3B8-5C6F-18C4-9B10-FF734FDE5FD9}"/>
          </ac:grpSpMkLst>
        </pc:grpChg>
        <pc:picChg chg="mod">
          <ac:chgData name="Vamshidhar Dontharaboina" userId="45a18fc9cc85331f" providerId="LiveId" clId="{DF64304B-1A49-4370-8937-E37159249F2C}" dt="2025-09-19T04:52:01.891" v="6"/>
          <ac:picMkLst>
            <pc:docMk/>
            <pc:sldMk cId="1628390326" sldId="279"/>
            <ac:picMk id="7" creationId="{DB832DDA-61C8-6163-F0EB-F6C969A4F1A2}"/>
          </ac:picMkLst>
        </pc:picChg>
      </pc:sldChg>
      <pc:sldChg chg="addSp delSp modSp new mod ord">
        <pc:chgData name="Vamshidhar Dontharaboina" userId="45a18fc9cc85331f" providerId="LiveId" clId="{DF64304B-1A49-4370-8937-E37159249F2C}" dt="2025-09-19T06:55:15.012" v="75"/>
        <pc:sldMkLst>
          <pc:docMk/>
          <pc:sldMk cId="1492099472" sldId="280"/>
        </pc:sldMkLst>
        <pc:spChg chg="del">
          <ac:chgData name="Vamshidhar Dontharaboina" userId="45a18fc9cc85331f" providerId="LiveId" clId="{DF64304B-1A49-4370-8937-E37159249F2C}" dt="2025-09-19T06:54:46.964" v="72" actId="478"/>
          <ac:spMkLst>
            <pc:docMk/>
            <pc:sldMk cId="1492099472" sldId="280"/>
            <ac:spMk id="2" creationId="{0DF7FC36-FD3F-6166-85A9-346262A5E928}"/>
          </ac:spMkLst>
        </pc:spChg>
        <pc:spChg chg="add del mod">
          <ac:chgData name="Vamshidhar Dontharaboina" userId="45a18fc9cc85331f" providerId="LiveId" clId="{DF64304B-1A49-4370-8937-E37159249F2C}" dt="2025-09-19T04:52:34.173" v="12" actId="478"/>
          <ac:spMkLst>
            <pc:docMk/>
            <pc:sldMk cId="1492099472" sldId="280"/>
            <ac:spMk id="3" creationId="{91E6F209-444B-8DE4-11D1-4BF57A6C3291}"/>
          </ac:spMkLst>
        </pc:spChg>
        <pc:spChg chg="mod">
          <ac:chgData name="Vamshidhar Dontharaboina" userId="45a18fc9cc85331f" providerId="LiveId" clId="{DF64304B-1A49-4370-8937-E37159249F2C}" dt="2025-09-19T04:52:07.593" v="7"/>
          <ac:spMkLst>
            <pc:docMk/>
            <pc:sldMk cId="1492099472" sldId="280"/>
            <ac:spMk id="5" creationId="{1D4E5A2C-3326-1F52-F0E8-9173B18EF0A6}"/>
          </ac:spMkLst>
        </pc:spChg>
        <pc:spChg chg="mod">
          <ac:chgData name="Vamshidhar Dontharaboina" userId="45a18fc9cc85331f" providerId="LiveId" clId="{DF64304B-1A49-4370-8937-E37159249F2C}" dt="2025-09-19T04:52:07.593" v="7"/>
          <ac:spMkLst>
            <pc:docMk/>
            <pc:sldMk cId="1492099472" sldId="280"/>
            <ac:spMk id="6" creationId="{5C7B3052-782B-974D-93F8-09C7F991A788}"/>
          </ac:spMkLst>
        </pc:spChg>
        <pc:spChg chg="add mod">
          <ac:chgData name="Vamshidhar Dontharaboina" userId="45a18fc9cc85331f" providerId="LiveId" clId="{DF64304B-1A49-4370-8937-E37159249F2C}" dt="2025-09-19T04:52:07.593" v="7"/>
          <ac:spMkLst>
            <pc:docMk/>
            <pc:sldMk cId="1492099472" sldId="280"/>
            <ac:spMk id="8" creationId="{0AA41757-56B0-AB43-6BB6-7D37C2B9C773}"/>
          </ac:spMkLst>
        </pc:spChg>
        <pc:spChg chg="add del mod">
          <ac:chgData name="Vamshidhar Dontharaboina" userId="45a18fc9cc85331f" providerId="LiveId" clId="{DF64304B-1A49-4370-8937-E37159249F2C}" dt="2025-09-19T04:53:40.847" v="25" actId="22"/>
          <ac:spMkLst>
            <pc:docMk/>
            <pc:sldMk cId="1492099472" sldId="280"/>
            <ac:spMk id="10" creationId="{E454A916-B243-4DCF-B1ED-22A64BD67F0E}"/>
          </ac:spMkLst>
        </pc:spChg>
        <pc:spChg chg="add del">
          <ac:chgData name="Vamshidhar Dontharaboina" userId="45a18fc9cc85331f" providerId="LiveId" clId="{DF64304B-1A49-4370-8937-E37159249F2C}" dt="2025-09-19T05:51:15.669" v="27" actId="22"/>
          <ac:spMkLst>
            <pc:docMk/>
            <pc:sldMk cId="1492099472" sldId="280"/>
            <ac:spMk id="12" creationId="{CAA10D2C-DFA3-BD3C-A069-52277820034E}"/>
          </ac:spMkLst>
        </pc:spChg>
        <pc:spChg chg="add mod">
          <ac:chgData name="Vamshidhar Dontharaboina" userId="45a18fc9cc85331f" providerId="LiveId" clId="{DF64304B-1A49-4370-8937-E37159249F2C}" dt="2025-09-19T05:55:53.269" v="41" actId="123"/>
          <ac:spMkLst>
            <pc:docMk/>
            <pc:sldMk cId="1492099472" sldId="280"/>
            <ac:spMk id="13" creationId="{DB50B51C-66D8-7A5B-E423-2BC98027F324}"/>
          </ac:spMkLst>
        </pc:spChg>
        <pc:spChg chg="add del">
          <ac:chgData name="Vamshidhar Dontharaboina" userId="45a18fc9cc85331f" providerId="LiveId" clId="{DF64304B-1A49-4370-8937-E37159249F2C}" dt="2025-09-19T06:55:03.335" v="74" actId="22"/>
          <ac:spMkLst>
            <pc:docMk/>
            <pc:sldMk cId="1492099472" sldId="280"/>
            <ac:spMk id="15" creationId="{3093410F-F7C0-CD24-DB5E-B843C1E51DA6}"/>
          </ac:spMkLst>
        </pc:spChg>
        <pc:spChg chg="add mod">
          <ac:chgData name="Vamshidhar Dontharaboina" userId="45a18fc9cc85331f" providerId="LiveId" clId="{DF64304B-1A49-4370-8937-E37159249F2C}" dt="2025-09-19T06:55:15.012" v="75"/>
          <ac:spMkLst>
            <pc:docMk/>
            <pc:sldMk cId="1492099472" sldId="280"/>
            <ac:spMk id="16" creationId="{1047BC0D-24F8-80D0-777F-F49160528E87}"/>
          </ac:spMkLst>
        </pc:spChg>
        <pc:grpChg chg="add mod">
          <ac:chgData name="Vamshidhar Dontharaboina" userId="45a18fc9cc85331f" providerId="LiveId" clId="{DF64304B-1A49-4370-8937-E37159249F2C}" dt="2025-09-19T04:52:07.593" v="7"/>
          <ac:grpSpMkLst>
            <pc:docMk/>
            <pc:sldMk cId="1492099472" sldId="280"/>
            <ac:grpSpMk id="4" creationId="{7285416D-03B1-497E-4B92-28B59FDBA41B}"/>
          </ac:grpSpMkLst>
        </pc:grpChg>
        <pc:picChg chg="mod">
          <ac:chgData name="Vamshidhar Dontharaboina" userId="45a18fc9cc85331f" providerId="LiveId" clId="{DF64304B-1A49-4370-8937-E37159249F2C}" dt="2025-09-19T04:52:07.593" v="7"/>
          <ac:picMkLst>
            <pc:docMk/>
            <pc:sldMk cId="1492099472" sldId="280"/>
            <ac:picMk id="7" creationId="{92C66F57-0B05-1D2B-C5C3-61009D54AC84}"/>
          </ac:picMkLst>
        </pc:picChg>
      </pc:sldChg>
      <pc:sldChg chg="addSp delSp modSp new mod ord">
        <pc:chgData name="Vamshidhar Dontharaboina" userId="45a18fc9cc85331f" providerId="LiveId" clId="{DF64304B-1A49-4370-8937-E37159249F2C}" dt="2025-09-19T06:55:29.678" v="76"/>
        <pc:sldMkLst>
          <pc:docMk/>
          <pc:sldMk cId="3058519387" sldId="281"/>
        </pc:sldMkLst>
        <pc:spChg chg="del">
          <ac:chgData name="Vamshidhar Dontharaboina" userId="45a18fc9cc85331f" providerId="LiveId" clId="{DF64304B-1A49-4370-8937-E37159249F2C}" dt="2025-09-19T06:53:47.120" v="66" actId="478"/>
          <ac:spMkLst>
            <pc:docMk/>
            <pc:sldMk cId="3058519387" sldId="281"/>
            <ac:spMk id="2" creationId="{7C9EC880-AE8C-A4C6-2932-2F77545B3C83}"/>
          </ac:spMkLst>
        </pc:spChg>
        <pc:spChg chg="add del mod">
          <ac:chgData name="Vamshidhar Dontharaboina" userId="45a18fc9cc85331f" providerId="LiveId" clId="{DF64304B-1A49-4370-8937-E37159249F2C}" dt="2025-09-19T04:52:28.947" v="11" actId="478"/>
          <ac:spMkLst>
            <pc:docMk/>
            <pc:sldMk cId="3058519387" sldId="281"/>
            <ac:spMk id="3" creationId="{0535372F-BE86-72AB-6638-1DDFF9585D91}"/>
          </ac:spMkLst>
        </pc:spChg>
        <pc:spChg chg="mod">
          <ac:chgData name="Vamshidhar Dontharaboina" userId="45a18fc9cc85331f" providerId="LiveId" clId="{DF64304B-1A49-4370-8937-E37159249F2C}" dt="2025-09-19T04:52:09.908" v="8"/>
          <ac:spMkLst>
            <pc:docMk/>
            <pc:sldMk cId="3058519387" sldId="281"/>
            <ac:spMk id="5" creationId="{035DDD43-CD35-A2EC-A384-17D433A611D2}"/>
          </ac:spMkLst>
        </pc:spChg>
        <pc:spChg chg="mod">
          <ac:chgData name="Vamshidhar Dontharaboina" userId="45a18fc9cc85331f" providerId="LiveId" clId="{DF64304B-1A49-4370-8937-E37159249F2C}" dt="2025-09-19T04:52:09.908" v="8"/>
          <ac:spMkLst>
            <pc:docMk/>
            <pc:sldMk cId="3058519387" sldId="281"/>
            <ac:spMk id="6" creationId="{467CE568-681B-918C-9BFE-C3C65F416EAC}"/>
          </ac:spMkLst>
        </pc:spChg>
        <pc:spChg chg="add mod">
          <ac:chgData name="Vamshidhar Dontharaboina" userId="45a18fc9cc85331f" providerId="LiveId" clId="{DF64304B-1A49-4370-8937-E37159249F2C}" dt="2025-09-19T04:52:09.908" v="8"/>
          <ac:spMkLst>
            <pc:docMk/>
            <pc:sldMk cId="3058519387" sldId="281"/>
            <ac:spMk id="8" creationId="{7AD23D29-F558-1436-A243-7CD13D256436}"/>
          </ac:spMkLst>
        </pc:spChg>
        <pc:spChg chg="add mod">
          <ac:chgData name="Vamshidhar Dontharaboina" userId="45a18fc9cc85331f" providerId="LiveId" clId="{DF64304B-1A49-4370-8937-E37159249F2C}" dt="2025-09-19T05:55:41.656" v="39" actId="123"/>
          <ac:spMkLst>
            <pc:docMk/>
            <pc:sldMk cId="3058519387" sldId="281"/>
            <ac:spMk id="10" creationId="{E4CFA7F1-011C-5B68-3FEB-4DE428081460}"/>
          </ac:spMkLst>
        </pc:spChg>
        <pc:spChg chg="add mod">
          <ac:chgData name="Vamshidhar Dontharaboina" userId="45a18fc9cc85331f" providerId="LiveId" clId="{DF64304B-1A49-4370-8937-E37159249F2C}" dt="2025-09-19T06:55:29.678" v="76"/>
          <ac:spMkLst>
            <pc:docMk/>
            <pc:sldMk cId="3058519387" sldId="281"/>
            <ac:spMk id="11" creationId="{ABE43B92-0D9E-BAFC-158A-86B42B55EA53}"/>
          </ac:spMkLst>
        </pc:spChg>
        <pc:grpChg chg="add mod">
          <ac:chgData name="Vamshidhar Dontharaboina" userId="45a18fc9cc85331f" providerId="LiveId" clId="{DF64304B-1A49-4370-8937-E37159249F2C}" dt="2025-09-19T04:52:09.908" v="8"/>
          <ac:grpSpMkLst>
            <pc:docMk/>
            <pc:sldMk cId="3058519387" sldId="281"/>
            <ac:grpSpMk id="4" creationId="{28F5ADE2-EF60-F8A2-7268-B8834294F001}"/>
          </ac:grpSpMkLst>
        </pc:grpChg>
        <pc:picChg chg="mod">
          <ac:chgData name="Vamshidhar Dontharaboina" userId="45a18fc9cc85331f" providerId="LiveId" clId="{DF64304B-1A49-4370-8937-E37159249F2C}" dt="2025-09-19T04:52:09.908" v="8"/>
          <ac:picMkLst>
            <pc:docMk/>
            <pc:sldMk cId="3058519387" sldId="281"/>
            <ac:picMk id="7" creationId="{ECC94862-4FC7-C5E0-A81A-CB438E4F267A}"/>
          </ac:picMkLst>
        </pc:picChg>
      </pc:sldChg>
      <pc:sldChg chg="addSp delSp modSp new mod ord">
        <pc:chgData name="Vamshidhar Dontharaboina" userId="45a18fc9cc85331f" providerId="LiveId" clId="{DF64304B-1A49-4370-8937-E37159249F2C}" dt="2025-09-19T06:55:38.351" v="77"/>
        <pc:sldMkLst>
          <pc:docMk/>
          <pc:sldMk cId="2279543428" sldId="282"/>
        </pc:sldMkLst>
        <pc:spChg chg="del">
          <ac:chgData name="Vamshidhar Dontharaboina" userId="45a18fc9cc85331f" providerId="LiveId" clId="{DF64304B-1A49-4370-8937-E37159249F2C}" dt="2025-09-19T06:54:03.993" v="67" actId="478"/>
          <ac:spMkLst>
            <pc:docMk/>
            <pc:sldMk cId="2279543428" sldId="282"/>
            <ac:spMk id="2" creationId="{458114B5-66D3-4F09-010C-9B5185E74723}"/>
          </ac:spMkLst>
        </pc:spChg>
        <pc:spChg chg="add del mod">
          <ac:chgData name="Vamshidhar Dontharaboina" userId="45a18fc9cc85331f" providerId="LiveId" clId="{DF64304B-1A49-4370-8937-E37159249F2C}" dt="2025-09-19T04:52:21.433" v="10" actId="478"/>
          <ac:spMkLst>
            <pc:docMk/>
            <pc:sldMk cId="2279543428" sldId="282"/>
            <ac:spMk id="3" creationId="{F19CAC91-E516-8590-D774-9BACF559AB1C}"/>
          </ac:spMkLst>
        </pc:spChg>
        <pc:spChg chg="mod">
          <ac:chgData name="Vamshidhar Dontharaboina" userId="45a18fc9cc85331f" providerId="LiveId" clId="{DF64304B-1A49-4370-8937-E37159249F2C}" dt="2025-09-19T04:52:12.064" v="9"/>
          <ac:spMkLst>
            <pc:docMk/>
            <pc:sldMk cId="2279543428" sldId="282"/>
            <ac:spMk id="5" creationId="{9F734493-A4A7-76BB-5C6F-C174F38812B4}"/>
          </ac:spMkLst>
        </pc:spChg>
        <pc:spChg chg="mod">
          <ac:chgData name="Vamshidhar Dontharaboina" userId="45a18fc9cc85331f" providerId="LiveId" clId="{DF64304B-1A49-4370-8937-E37159249F2C}" dt="2025-09-19T04:52:12.064" v="9"/>
          <ac:spMkLst>
            <pc:docMk/>
            <pc:sldMk cId="2279543428" sldId="282"/>
            <ac:spMk id="6" creationId="{6BDED639-153B-B953-57E5-FACC864B126F}"/>
          </ac:spMkLst>
        </pc:spChg>
        <pc:spChg chg="add mod">
          <ac:chgData name="Vamshidhar Dontharaboina" userId="45a18fc9cc85331f" providerId="LiveId" clId="{DF64304B-1A49-4370-8937-E37159249F2C}" dt="2025-09-19T04:52:12.064" v="9"/>
          <ac:spMkLst>
            <pc:docMk/>
            <pc:sldMk cId="2279543428" sldId="282"/>
            <ac:spMk id="8" creationId="{29826C3A-5562-9495-B29C-C6DADA7BDAD2}"/>
          </ac:spMkLst>
        </pc:spChg>
        <pc:spChg chg="add mod">
          <ac:chgData name="Vamshidhar Dontharaboina" userId="45a18fc9cc85331f" providerId="LiveId" clId="{DF64304B-1A49-4370-8937-E37159249F2C}" dt="2025-09-19T05:56:56.569" v="54" actId="120"/>
          <ac:spMkLst>
            <pc:docMk/>
            <pc:sldMk cId="2279543428" sldId="282"/>
            <ac:spMk id="10" creationId="{1CBE7225-9D71-BE33-96AC-E2DEA8ECEACF}"/>
          </ac:spMkLst>
        </pc:spChg>
        <pc:spChg chg="add mod">
          <ac:chgData name="Vamshidhar Dontharaboina" userId="45a18fc9cc85331f" providerId="LiveId" clId="{DF64304B-1A49-4370-8937-E37159249F2C}" dt="2025-09-19T06:55:38.351" v="77"/>
          <ac:spMkLst>
            <pc:docMk/>
            <pc:sldMk cId="2279543428" sldId="282"/>
            <ac:spMk id="11" creationId="{345ED2C5-4F23-ABE1-2CE6-04F1820B5CA6}"/>
          </ac:spMkLst>
        </pc:spChg>
        <pc:grpChg chg="add mod">
          <ac:chgData name="Vamshidhar Dontharaboina" userId="45a18fc9cc85331f" providerId="LiveId" clId="{DF64304B-1A49-4370-8937-E37159249F2C}" dt="2025-09-19T04:52:12.064" v="9"/>
          <ac:grpSpMkLst>
            <pc:docMk/>
            <pc:sldMk cId="2279543428" sldId="282"/>
            <ac:grpSpMk id="4" creationId="{3F10B9F4-761E-4224-2BFF-0F18A275C017}"/>
          </ac:grpSpMkLst>
        </pc:grpChg>
        <pc:picChg chg="mod">
          <ac:chgData name="Vamshidhar Dontharaboina" userId="45a18fc9cc85331f" providerId="LiveId" clId="{DF64304B-1A49-4370-8937-E37159249F2C}" dt="2025-09-19T04:52:12.064" v="9"/>
          <ac:picMkLst>
            <pc:docMk/>
            <pc:sldMk cId="2279543428" sldId="282"/>
            <ac:picMk id="7" creationId="{1137C05A-7894-8B86-965D-5FF0D14DDC1B}"/>
          </ac:picMkLst>
        </pc:picChg>
      </pc:sldChg>
      <pc:sldChg chg="add del">
        <pc:chgData name="Vamshidhar Dontharaboina" userId="45a18fc9cc85331f" providerId="LiveId" clId="{DF64304B-1A49-4370-8937-E37159249F2C}" dt="2025-09-19T05:51:40.884" v="30"/>
        <pc:sldMkLst>
          <pc:docMk/>
          <pc:sldMk cId="3398713540" sldId="28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7A897F2E-760C-4F32-A0E8-C168D8561A60}" type="datetimeFigureOut">
              <a:rPr lang="en-IN" smtClean="0"/>
              <a:t>19-09-2025</a:t>
            </a:fld>
            <a:endParaRPr lang="en-IN"/>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2A720145-13A1-47D6-B02D-BD29C3163CBC}" type="slidenum">
              <a:rPr lang="en-IN" smtClean="0"/>
              <a:t>‹#›</a:t>
            </a:fld>
            <a:endParaRPr lang="en-IN"/>
          </a:p>
        </p:txBody>
      </p:sp>
    </p:spTree>
    <p:extLst>
      <p:ext uri="{BB962C8B-B14F-4D97-AF65-F5344CB8AC3E}">
        <p14:creationId xmlns:p14="http://schemas.microsoft.com/office/powerpoint/2010/main" val="4640853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A720145-13A1-47D6-B02D-BD29C3163CBC}" type="slidenum">
              <a:rPr lang="en-IN" smtClean="0"/>
              <a:t>1</a:t>
            </a:fld>
            <a:endParaRPr lang="en-IN"/>
          </a:p>
        </p:txBody>
      </p:sp>
    </p:spTree>
    <p:extLst>
      <p:ext uri="{BB962C8B-B14F-4D97-AF65-F5344CB8AC3E}">
        <p14:creationId xmlns:p14="http://schemas.microsoft.com/office/powerpoint/2010/main" val="16595305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A720145-13A1-47D6-B02D-BD29C3163CBC}" type="slidenum">
              <a:rPr lang="en-IN" smtClean="0"/>
              <a:t>5</a:t>
            </a:fld>
            <a:endParaRPr lang="en-IN"/>
          </a:p>
        </p:txBody>
      </p:sp>
    </p:spTree>
    <p:extLst>
      <p:ext uri="{BB962C8B-B14F-4D97-AF65-F5344CB8AC3E}">
        <p14:creationId xmlns:p14="http://schemas.microsoft.com/office/powerpoint/2010/main" val="22117097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A720145-13A1-47D6-B02D-BD29C3163CBC}" type="slidenum">
              <a:rPr lang="en-IN" smtClean="0"/>
              <a:t>7</a:t>
            </a:fld>
            <a:endParaRPr lang="en-IN"/>
          </a:p>
        </p:txBody>
      </p:sp>
    </p:spTree>
    <p:extLst>
      <p:ext uri="{BB962C8B-B14F-4D97-AF65-F5344CB8AC3E}">
        <p14:creationId xmlns:p14="http://schemas.microsoft.com/office/powerpoint/2010/main" val="41148666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A720145-13A1-47D6-B02D-BD29C3163CBC}" type="slidenum">
              <a:rPr lang="en-IN" smtClean="0"/>
              <a:t>10</a:t>
            </a:fld>
            <a:endParaRPr lang="en-IN"/>
          </a:p>
        </p:txBody>
      </p:sp>
    </p:spTree>
    <p:extLst>
      <p:ext uri="{BB962C8B-B14F-4D97-AF65-F5344CB8AC3E}">
        <p14:creationId xmlns:p14="http://schemas.microsoft.com/office/powerpoint/2010/main" val="14849220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3600" b="1" i="0">
                <a:solidFill>
                  <a:srgbClr val="FF0000"/>
                </a:solidFill>
                <a:latin typeface="Palatino Linotype"/>
                <a:cs typeface="Palatino Linotype"/>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3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1400" b="1" i="0">
                <a:solidFill>
                  <a:schemeClr val="tx1"/>
                </a:solidFill>
                <a:latin typeface="Trebuchet MS"/>
                <a:cs typeface="Trebuchet MS"/>
              </a:defRPr>
            </a:lvl1pPr>
          </a:lstStyle>
          <a:p>
            <a:pPr marL="12700">
              <a:lnSpc>
                <a:spcPct val="100000"/>
              </a:lnSpc>
              <a:spcBef>
                <a:spcPts val="10"/>
              </a:spcBef>
            </a:pPr>
            <a:r>
              <a:rPr dirty="0"/>
              <a:t>Department</a:t>
            </a:r>
            <a:r>
              <a:rPr spc="-50" dirty="0"/>
              <a:t> </a:t>
            </a:r>
            <a:r>
              <a:rPr dirty="0"/>
              <a:t>of</a:t>
            </a:r>
            <a:r>
              <a:rPr spc="-45" dirty="0"/>
              <a:t> </a:t>
            </a:r>
            <a:r>
              <a:rPr dirty="0"/>
              <a:t>Computational</a:t>
            </a:r>
            <a:r>
              <a:rPr spc="-45" dirty="0"/>
              <a:t> </a:t>
            </a:r>
            <a:r>
              <a:rPr dirty="0"/>
              <a:t>Intelligence</a:t>
            </a:r>
            <a:r>
              <a:rPr spc="-45" dirty="0"/>
              <a:t> </a:t>
            </a:r>
            <a:r>
              <a:rPr spc="-465" dirty="0"/>
              <a:t>|</a:t>
            </a:r>
            <a:r>
              <a:rPr spc="-45" dirty="0"/>
              <a:t> </a:t>
            </a:r>
            <a:r>
              <a:rPr dirty="0"/>
              <a:t>Major</a:t>
            </a:r>
            <a:r>
              <a:rPr spc="-45" dirty="0"/>
              <a:t> </a:t>
            </a:r>
            <a:r>
              <a:rPr spc="-25" dirty="0"/>
              <a:t>Project</a:t>
            </a:r>
            <a:r>
              <a:rPr spc="-45" dirty="0"/>
              <a:t> </a:t>
            </a:r>
            <a:r>
              <a:rPr spc="-465" dirty="0"/>
              <a:t>|</a:t>
            </a:r>
            <a:r>
              <a:rPr spc="-45" dirty="0"/>
              <a:t> </a:t>
            </a:r>
            <a:r>
              <a:rPr spc="-35" dirty="0"/>
              <a:t>B.Tech</a:t>
            </a:r>
            <a:r>
              <a:rPr spc="-45" dirty="0"/>
              <a:t> </a:t>
            </a:r>
            <a:r>
              <a:rPr dirty="0"/>
              <a:t>IV</a:t>
            </a:r>
            <a:r>
              <a:rPr spc="-45" dirty="0"/>
              <a:t> </a:t>
            </a:r>
            <a:r>
              <a:rPr dirty="0"/>
              <a:t>Year</a:t>
            </a:r>
            <a:r>
              <a:rPr spc="-45" dirty="0"/>
              <a:t> </a:t>
            </a:r>
            <a:r>
              <a:rPr spc="295" dirty="0"/>
              <a:t>–</a:t>
            </a:r>
            <a:r>
              <a:rPr spc="-45" dirty="0"/>
              <a:t> </a:t>
            </a:r>
            <a:r>
              <a:rPr dirty="0"/>
              <a:t>II</a:t>
            </a:r>
            <a:r>
              <a:rPr spc="-45" dirty="0"/>
              <a:t> </a:t>
            </a:r>
            <a:r>
              <a:rPr spc="-25" dirty="0"/>
              <a:t>Sem</a:t>
            </a:r>
          </a:p>
        </p:txBody>
      </p:sp>
      <p:sp>
        <p:nvSpPr>
          <p:cNvPr id="5" name="Holder 5"/>
          <p:cNvSpPr>
            <a:spLocks noGrp="1"/>
          </p:cNvSpPr>
          <p:nvPr>
            <p:ph type="dt" sz="half" idx="6"/>
          </p:nvPr>
        </p:nvSpPr>
        <p:spPr/>
        <p:txBody>
          <a:bodyPr lIns="0" tIns="0" rIns="0" bIns="0"/>
          <a:lstStyle>
            <a:lvl1pPr>
              <a:defRPr sz="1400" b="1" i="0">
                <a:solidFill>
                  <a:schemeClr val="tx1"/>
                </a:solidFill>
                <a:latin typeface="Trebuchet MS"/>
                <a:cs typeface="Trebuchet MS"/>
              </a:defRPr>
            </a:lvl1pPr>
          </a:lstStyle>
          <a:p>
            <a:pPr>
              <a:lnSpc>
                <a:spcPts val="1590"/>
              </a:lnSpc>
            </a:pPr>
            <a:r>
              <a:rPr dirty="0"/>
              <a:t>Department</a:t>
            </a:r>
            <a:r>
              <a:rPr spc="-45" dirty="0"/>
              <a:t> </a:t>
            </a:r>
            <a:r>
              <a:rPr dirty="0"/>
              <a:t>of</a:t>
            </a:r>
            <a:r>
              <a:rPr spc="-45" dirty="0"/>
              <a:t> </a:t>
            </a:r>
            <a:r>
              <a:rPr dirty="0"/>
              <a:t>Computational</a:t>
            </a:r>
            <a:r>
              <a:rPr spc="-40" dirty="0"/>
              <a:t> </a:t>
            </a:r>
            <a:r>
              <a:rPr dirty="0"/>
              <a:t>Intelligence</a:t>
            </a:r>
            <a:r>
              <a:rPr spc="-45" dirty="0"/>
              <a:t> </a:t>
            </a:r>
            <a:r>
              <a:rPr spc="-465" dirty="0"/>
              <a:t>|</a:t>
            </a:r>
            <a:r>
              <a:rPr spc="-45" dirty="0"/>
              <a:t> </a:t>
            </a:r>
            <a:r>
              <a:rPr dirty="0"/>
              <a:t>Mini</a:t>
            </a:r>
            <a:r>
              <a:rPr spc="-40" dirty="0"/>
              <a:t> </a:t>
            </a:r>
            <a:r>
              <a:rPr spc="-25" dirty="0"/>
              <a:t>Project</a:t>
            </a:r>
            <a:r>
              <a:rPr spc="-45" dirty="0"/>
              <a:t> </a:t>
            </a:r>
            <a:r>
              <a:rPr spc="-465" dirty="0"/>
              <a:t>|</a:t>
            </a:r>
            <a:r>
              <a:rPr spc="-45" dirty="0"/>
              <a:t> </a:t>
            </a:r>
            <a:r>
              <a:rPr spc="-35" dirty="0"/>
              <a:t>B.Tech</a:t>
            </a:r>
            <a:r>
              <a:rPr spc="-40" dirty="0"/>
              <a:t> </a:t>
            </a:r>
            <a:r>
              <a:rPr dirty="0"/>
              <a:t>IV</a:t>
            </a:r>
            <a:r>
              <a:rPr spc="-45" dirty="0"/>
              <a:t> </a:t>
            </a:r>
            <a:r>
              <a:rPr dirty="0"/>
              <a:t>Year</a:t>
            </a:r>
            <a:r>
              <a:rPr spc="-40" dirty="0"/>
              <a:t> </a:t>
            </a:r>
            <a:r>
              <a:rPr spc="295" dirty="0"/>
              <a:t>–</a:t>
            </a:r>
            <a:r>
              <a:rPr spc="-45" dirty="0"/>
              <a:t> </a:t>
            </a:r>
            <a:r>
              <a:rPr dirty="0"/>
              <a:t>I</a:t>
            </a:r>
            <a:r>
              <a:rPr spc="-45" dirty="0"/>
              <a:t> </a:t>
            </a:r>
            <a:r>
              <a:rPr spc="-25" dirty="0"/>
              <a:t>Sem</a:t>
            </a: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FF0000"/>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23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1400" b="1" i="0">
                <a:solidFill>
                  <a:schemeClr val="tx1"/>
                </a:solidFill>
                <a:latin typeface="Trebuchet MS"/>
                <a:cs typeface="Trebuchet MS"/>
              </a:defRPr>
            </a:lvl1pPr>
          </a:lstStyle>
          <a:p>
            <a:pPr marL="12700">
              <a:lnSpc>
                <a:spcPct val="100000"/>
              </a:lnSpc>
              <a:spcBef>
                <a:spcPts val="10"/>
              </a:spcBef>
            </a:pPr>
            <a:r>
              <a:rPr dirty="0"/>
              <a:t>Department</a:t>
            </a:r>
            <a:r>
              <a:rPr spc="-50" dirty="0"/>
              <a:t> </a:t>
            </a:r>
            <a:r>
              <a:rPr dirty="0"/>
              <a:t>of</a:t>
            </a:r>
            <a:r>
              <a:rPr spc="-45" dirty="0"/>
              <a:t> </a:t>
            </a:r>
            <a:r>
              <a:rPr dirty="0"/>
              <a:t>Computational</a:t>
            </a:r>
            <a:r>
              <a:rPr spc="-45" dirty="0"/>
              <a:t> </a:t>
            </a:r>
            <a:r>
              <a:rPr dirty="0"/>
              <a:t>Intelligence</a:t>
            </a:r>
            <a:r>
              <a:rPr spc="-45" dirty="0"/>
              <a:t> </a:t>
            </a:r>
            <a:r>
              <a:rPr spc="-465" dirty="0"/>
              <a:t>|</a:t>
            </a:r>
            <a:r>
              <a:rPr spc="-45" dirty="0"/>
              <a:t> </a:t>
            </a:r>
            <a:r>
              <a:rPr dirty="0"/>
              <a:t>Major</a:t>
            </a:r>
            <a:r>
              <a:rPr spc="-45" dirty="0"/>
              <a:t> </a:t>
            </a:r>
            <a:r>
              <a:rPr spc="-25" dirty="0"/>
              <a:t>Project</a:t>
            </a:r>
            <a:r>
              <a:rPr spc="-45" dirty="0"/>
              <a:t> </a:t>
            </a:r>
            <a:r>
              <a:rPr spc="-465" dirty="0"/>
              <a:t>|</a:t>
            </a:r>
            <a:r>
              <a:rPr spc="-45" dirty="0"/>
              <a:t> </a:t>
            </a:r>
            <a:r>
              <a:rPr spc="-35" dirty="0"/>
              <a:t>B.Tech</a:t>
            </a:r>
            <a:r>
              <a:rPr spc="-45" dirty="0"/>
              <a:t> </a:t>
            </a:r>
            <a:r>
              <a:rPr dirty="0"/>
              <a:t>IV</a:t>
            </a:r>
            <a:r>
              <a:rPr spc="-45" dirty="0"/>
              <a:t> </a:t>
            </a:r>
            <a:r>
              <a:rPr dirty="0"/>
              <a:t>Year</a:t>
            </a:r>
            <a:r>
              <a:rPr spc="-45" dirty="0"/>
              <a:t> </a:t>
            </a:r>
            <a:r>
              <a:rPr spc="295" dirty="0"/>
              <a:t>–</a:t>
            </a:r>
            <a:r>
              <a:rPr spc="-45" dirty="0"/>
              <a:t> </a:t>
            </a:r>
            <a:r>
              <a:rPr dirty="0"/>
              <a:t>II</a:t>
            </a:r>
            <a:r>
              <a:rPr spc="-45" dirty="0"/>
              <a:t> </a:t>
            </a:r>
            <a:r>
              <a:rPr spc="-25" dirty="0"/>
              <a:t>Sem</a:t>
            </a:r>
          </a:p>
        </p:txBody>
      </p:sp>
      <p:sp>
        <p:nvSpPr>
          <p:cNvPr id="5" name="Holder 5"/>
          <p:cNvSpPr>
            <a:spLocks noGrp="1"/>
          </p:cNvSpPr>
          <p:nvPr>
            <p:ph type="dt" sz="half" idx="6"/>
          </p:nvPr>
        </p:nvSpPr>
        <p:spPr/>
        <p:txBody>
          <a:bodyPr lIns="0" tIns="0" rIns="0" bIns="0"/>
          <a:lstStyle>
            <a:lvl1pPr>
              <a:defRPr sz="1400" b="1" i="0">
                <a:solidFill>
                  <a:schemeClr val="tx1"/>
                </a:solidFill>
                <a:latin typeface="Trebuchet MS"/>
                <a:cs typeface="Trebuchet MS"/>
              </a:defRPr>
            </a:lvl1pPr>
          </a:lstStyle>
          <a:p>
            <a:pPr>
              <a:lnSpc>
                <a:spcPts val="1590"/>
              </a:lnSpc>
            </a:pPr>
            <a:r>
              <a:rPr dirty="0"/>
              <a:t>Department</a:t>
            </a:r>
            <a:r>
              <a:rPr spc="-45" dirty="0"/>
              <a:t> </a:t>
            </a:r>
            <a:r>
              <a:rPr dirty="0"/>
              <a:t>of</a:t>
            </a:r>
            <a:r>
              <a:rPr spc="-45" dirty="0"/>
              <a:t> </a:t>
            </a:r>
            <a:r>
              <a:rPr dirty="0"/>
              <a:t>Computational</a:t>
            </a:r>
            <a:r>
              <a:rPr spc="-40" dirty="0"/>
              <a:t> </a:t>
            </a:r>
            <a:r>
              <a:rPr dirty="0"/>
              <a:t>Intelligence</a:t>
            </a:r>
            <a:r>
              <a:rPr spc="-45" dirty="0"/>
              <a:t> </a:t>
            </a:r>
            <a:r>
              <a:rPr spc="-465" dirty="0"/>
              <a:t>|</a:t>
            </a:r>
            <a:r>
              <a:rPr spc="-45" dirty="0"/>
              <a:t> </a:t>
            </a:r>
            <a:r>
              <a:rPr dirty="0"/>
              <a:t>Mini</a:t>
            </a:r>
            <a:r>
              <a:rPr spc="-40" dirty="0"/>
              <a:t> </a:t>
            </a:r>
            <a:r>
              <a:rPr spc="-25" dirty="0"/>
              <a:t>Project</a:t>
            </a:r>
            <a:r>
              <a:rPr spc="-45" dirty="0"/>
              <a:t> </a:t>
            </a:r>
            <a:r>
              <a:rPr spc="-465" dirty="0"/>
              <a:t>|</a:t>
            </a:r>
            <a:r>
              <a:rPr spc="-45" dirty="0"/>
              <a:t> </a:t>
            </a:r>
            <a:r>
              <a:rPr spc="-35" dirty="0"/>
              <a:t>B.Tech</a:t>
            </a:r>
            <a:r>
              <a:rPr spc="-40" dirty="0"/>
              <a:t> </a:t>
            </a:r>
            <a:r>
              <a:rPr dirty="0"/>
              <a:t>IV</a:t>
            </a:r>
            <a:r>
              <a:rPr spc="-45" dirty="0"/>
              <a:t> </a:t>
            </a:r>
            <a:r>
              <a:rPr dirty="0"/>
              <a:t>Year</a:t>
            </a:r>
            <a:r>
              <a:rPr spc="-40" dirty="0"/>
              <a:t> </a:t>
            </a:r>
            <a:r>
              <a:rPr spc="295" dirty="0"/>
              <a:t>–</a:t>
            </a:r>
            <a:r>
              <a:rPr spc="-45" dirty="0"/>
              <a:t> </a:t>
            </a:r>
            <a:r>
              <a:rPr dirty="0"/>
              <a:t>I</a:t>
            </a:r>
            <a:r>
              <a:rPr spc="-45" dirty="0"/>
              <a:t> </a:t>
            </a:r>
            <a:r>
              <a:rPr spc="-25" dirty="0"/>
              <a:t>Sem</a:t>
            </a: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FF0000"/>
                </a:solidFill>
                <a:latin typeface="Palatino Linotype"/>
                <a:cs typeface="Palatino Linotype"/>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400" b="1" i="0">
                <a:solidFill>
                  <a:schemeClr val="tx1"/>
                </a:solidFill>
                <a:latin typeface="Trebuchet MS"/>
                <a:cs typeface="Trebuchet MS"/>
              </a:defRPr>
            </a:lvl1pPr>
          </a:lstStyle>
          <a:p>
            <a:pPr marL="12700">
              <a:lnSpc>
                <a:spcPct val="100000"/>
              </a:lnSpc>
              <a:spcBef>
                <a:spcPts val="10"/>
              </a:spcBef>
            </a:pPr>
            <a:r>
              <a:rPr dirty="0"/>
              <a:t>Department</a:t>
            </a:r>
            <a:r>
              <a:rPr spc="-50" dirty="0"/>
              <a:t> </a:t>
            </a:r>
            <a:r>
              <a:rPr dirty="0"/>
              <a:t>of</a:t>
            </a:r>
            <a:r>
              <a:rPr spc="-45" dirty="0"/>
              <a:t> </a:t>
            </a:r>
            <a:r>
              <a:rPr dirty="0"/>
              <a:t>Computational</a:t>
            </a:r>
            <a:r>
              <a:rPr spc="-45" dirty="0"/>
              <a:t> </a:t>
            </a:r>
            <a:r>
              <a:rPr dirty="0"/>
              <a:t>Intelligence</a:t>
            </a:r>
            <a:r>
              <a:rPr spc="-45" dirty="0"/>
              <a:t> </a:t>
            </a:r>
            <a:r>
              <a:rPr spc="-465" dirty="0"/>
              <a:t>|</a:t>
            </a:r>
            <a:r>
              <a:rPr spc="-45" dirty="0"/>
              <a:t> </a:t>
            </a:r>
            <a:r>
              <a:rPr dirty="0"/>
              <a:t>Major</a:t>
            </a:r>
            <a:r>
              <a:rPr spc="-45" dirty="0"/>
              <a:t> </a:t>
            </a:r>
            <a:r>
              <a:rPr spc="-25" dirty="0"/>
              <a:t>Project</a:t>
            </a:r>
            <a:r>
              <a:rPr spc="-45" dirty="0"/>
              <a:t> </a:t>
            </a:r>
            <a:r>
              <a:rPr spc="-465" dirty="0"/>
              <a:t>|</a:t>
            </a:r>
            <a:r>
              <a:rPr spc="-45" dirty="0"/>
              <a:t> </a:t>
            </a:r>
            <a:r>
              <a:rPr spc="-35" dirty="0"/>
              <a:t>B.Tech</a:t>
            </a:r>
            <a:r>
              <a:rPr spc="-45" dirty="0"/>
              <a:t> </a:t>
            </a:r>
            <a:r>
              <a:rPr dirty="0"/>
              <a:t>IV</a:t>
            </a:r>
            <a:r>
              <a:rPr spc="-45" dirty="0"/>
              <a:t> </a:t>
            </a:r>
            <a:r>
              <a:rPr dirty="0"/>
              <a:t>Year</a:t>
            </a:r>
            <a:r>
              <a:rPr spc="-45" dirty="0"/>
              <a:t> </a:t>
            </a:r>
            <a:r>
              <a:rPr spc="295" dirty="0"/>
              <a:t>–</a:t>
            </a:r>
            <a:r>
              <a:rPr spc="-45" dirty="0"/>
              <a:t> </a:t>
            </a:r>
            <a:r>
              <a:rPr dirty="0"/>
              <a:t>II</a:t>
            </a:r>
            <a:r>
              <a:rPr spc="-45" dirty="0"/>
              <a:t> </a:t>
            </a:r>
            <a:r>
              <a:rPr spc="-25" dirty="0"/>
              <a:t>Sem</a:t>
            </a:r>
          </a:p>
        </p:txBody>
      </p:sp>
      <p:sp>
        <p:nvSpPr>
          <p:cNvPr id="6" name="Holder 6"/>
          <p:cNvSpPr>
            <a:spLocks noGrp="1"/>
          </p:cNvSpPr>
          <p:nvPr>
            <p:ph type="dt" sz="half" idx="6"/>
          </p:nvPr>
        </p:nvSpPr>
        <p:spPr/>
        <p:txBody>
          <a:bodyPr lIns="0" tIns="0" rIns="0" bIns="0"/>
          <a:lstStyle>
            <a:lvl1pPr>
              <a:defRPr sz="1400" b="1" i="0">
                <a:solidFill>
                  <a:schemeClr val="tx1"/>
                </a:solidFill>
                <a:latin typeface="Trebuchet MS"/>
                <a:cs typeface="Trebuchet MS"/>
              </a:defRPr>
            </a:lvl1pPr>
          </a:lstStyle>
          <a:p>
            <a:pPr>
              <a:lnSpc>
                <a:spcPts val="1590"/>
              </a:lnSpc>
            </a:pPr>
            <a:r>
              <a:rPr dirty="0"/>
              <a:t>Department</a:t>
            </a:r>
            <a:r>
              <a:rPr spc="-45" dirty="0"/>
              <a:t> </a:t>
            </a:r>
            <a:r>
              <a:rPr dirty="0"/>
              <a:t>of</a:t>
            </a:r>
            <a:r>
              <a:rPr spc="-45" dirty="0"/>
              <a:t> </a:t>
            </a:r>
            <a:r>
              <a:rPr dirty="0"/>
              <a:t>Computational</a:t>
            </a:r>
            <a:r>
              <a:rPr spc="-40" dirty="0"/>
              <a:t> </a:t>
            </a:r>
            <a:r>
              <a:rPr dirty="0"/>
              <a:t>Intelligence</a:t>
            </a:r>
            <a:r>
              <a:rPr spc="-45" dirty="0"/>
              <a:t> </a:t>
            </a:r>
            <a:r>
              <a:rPr spc="-465" dirty="0"/>
              <a:t>|</a:t>
            </a:r>
            <a:r>
              <a:rPr spc="-45" dirty="0"/>
              <a:t> </a:t>
            </a:r>
            <a:r>
              <a:rPr dirty="0"/>
              <a:t>Mini</a:t>
            </a:r>
            <a:r>
              <a:rPr spc="-40" dirty="0"/>
              <a:t> </a:t>
            </a:r>
            <a:r>
              <a:rPr spc="-25" dirty="0"/>
              <a:t>Project</a:t>
            </a:r>
            <a:r>
              <a:rPr spc="-45" dirty="0"/>
              <a:t> </a:t>
            </a:r>
            <a:r>
              <a:rPr spc="-465" dirty="0"/>
              <a:t>|</a:t>
            </a:r>
            <a:r>
              <a:rPr spc="-45" dirty="0"/>
              <a:t> </a:t>
            </a:r>
            <a:r>
              <a:rPr spc="-35" dirty="0"/>
              <a:t>B.Tech</a:t>
            </a:r>
            <a:r>
              <a:rPr spc="-40" dirty="0"/>
              <a:t> </a:t>
            </a:r>
            <a:r>
              <a:rPr dirty="0"/>
              <a:t>IV</a:t>
            </a:r>
            <a:r>
              <a:rPr spc="-45" dirty="0"/>
              <a:t> </a:t>
            </a:r>
            <a:r>
              <a:rPr dirty="0"/>
              <a:t>Year</a:t>
            </a:r>
            <a:r>
              <a:rPr spc="-40" dirty="0"/>
              <a:t> </a:t>
            </a:r>
            <a:r>
              <a:rPr spc="295" dirty="0"/>
              <a:t>–</a:t>
            </a:r>
            <a:r>
              <a:rPr spc="-45" dirty="0"/>
              <a:t> </a:t>
            </a:r>
            <a:r>
              <a:rPr dirty="0"/>
              <a:t>I</a:t>
            </a:r>
            <a:r>
              <a:rPr spc="-45" dirty="0"/>
              <a:t> </a:t>
            </a:r>
            <a:r>
              <a:rPr spc="-25" dirty="0"/>
              <a:t>Sem</a:t>
            </a:r>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FF0000"/>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defRPr sz="1400" b="1" i="0">
                <a:solidFill>
                  <a:schemeClr val="tx1"/>
                </a:solidFill>
                <a:latin typeface="Trebuchet MS"/>
                <a:cs typeface="Trebuchet MS"/>
              </a:defRPr>
            </a:lvl1pPr>
          </a:lstStyle>
          <a:p>
            <a:pPr marL="12700">
              <a:lnSpc>
                <a:spcPct val="100000"/>
              </a:lnSpc>
              <a:spcBef>
                <a:spcPts val="10"/>
              </a:spcBef>
            </a:pPr>
            <a:r>
              <a:rPr dirty="0"/>
              <a:t>Department</a:t>
            </a:r>
            <a:r>
              <a:rPr spc="-50" dirty="0"/>
              <a:t> </a:t>
            </a:r>
            <a:r>
              <a:rPr dirty="0"/>
              <a:t>of</a:t>
            </a:r>
            <a:r>
              <a:rPr spc="-45" dirty="0"/>
              <a:t> </a:t>
            </a:r>
            <a:r>
              <a:rPr dirty="0"/>
              <a:t>Computational</a:t>
            </a:r>
            <a:r>
              <a:rPr spc="-45" dirty="0"/>
              <a:t> </a:t>
            </a:r>
            <a:r>
              <a:rPr dirty="0"/>
              <a:t>Intelligence</a:t>
            </a:r>
            <a:r>
              <a:rPr spc="-45" dirty="0"/>
              <a:t> </a:t>
            </a:r>
            <a:r>
              <a:rPr spc="-465" dirty="0"/>
              <a:t>|</a:t>
            </a:r>
            <a:r>
              <a:rPr spc="-45" dirty="0"/>
              <a:t> </a:t>
            </a:r>
            <a:r>
              <a:rPr dirty="0"/>
              <a:t>Major</a:t>
            </a:r>
            <a:r>
              <a:rPr spc="-45" dirty="0"/>
              <a:t> </a:t>
            </a:r>
            <a:r>
              <a:rPr spc="-25" dirty="0"/>
              <a:t>Project</a:t>
            </a:r>
            <a:r>
              <a:rPr spc="-45" dirty="0"/>
              <a:t> </a:t>
            </a:r>
            <a:r>
              <a:rPr spc="-465" dirty="0"/>
              <a:t>|</a:t>
            </a:r>
            <a:r>
              <a:rPr spc="-45" dirty="0"/>
              <a:t> </a:t>
            </a:r>
            <a:r>
              <a:rPr spc="-35" dirty="0"/>
              <a:t>B.Tech</a:t>
            </a:r>
            <a:r>
              <a:rPr spc="-45" dirty="0"/>
              <a:t> </a:t>
            </a:r>
            <a:r>
              <a:rPr dirty="0"/>
              <a:t>IV</a:t>
            </a:r>
            <a:r>
              <a:rPr spc="-45" dirty="0"/>
              <a:t> </a:t>
            </a:r>
            <a:r>
              <a:rPr dirty="0"/>
              <a:t>Year</a:t>
            </a:r>
            <a:r>
              <a:rPr spc="-45" dirty="0"/>
              <a:t> </a:t>
            </a:r>
            <a:r>
              <a:rPr spc="295" dirty="0"/>
              <a:t>–</a:t>
            </a:r>
            <a:r>
              <a:rPr spc="-45" dirty="0"/>
              <a:t> </a:t>
            </a:r>
            <a:r>
              <a:rPr dirty="0"/>
              <a:t>II</a:t>
            </a:r>
            <a:r>
              <a:rPr spc="-45" dirty="0"/>
              <a:t> </a:t>
            </a:r>
            <a:r>
              <a:rPr spc="-25" dirty="0"/>
              <a:t>Sem</a:t>
            </a:r>
          </a:p>
        </p:txBody>
      </p:sp>
      <p:sp>
        <p:nvSpPr>
          <p:cNvPr id="4" name="Holder 4"/>
          <p:cNvSpPr>
            <a:spLocks noGrp="1"/>
          </p:cNvSpPr>
          <p:nvPr>
            <p:ph type="dt" sz="half" idx="6"/>
          </p:nvPr>
        </p:nvSpPr>
        <p:spPr/>
        <p:txBody>
          <a:bodyPr lIns="0" tIns="0" rIns="0" bIns="0"/>
          <a:lstStyle>
            <a:lvl1pPr>
              <a:defRPr sz="1400" b="1" i="0">
                <a:solidFill>
                  <a:schemeClr val="tx1"/>
                </a:solidFill>
                <a:latin typeface="Trebuchet MS"/>
                <a:cs typeface="Trebuchet MS"/>
              </a:defRPr>
            </a:lvl1pPr>
          </a:lstStyle>
          <a:p>
            <a:pPr>
              <a:lnSpc>
                <a:spcPts val="1590"/>
              </a:lnSpc>
            </a:pPr>
            <a:r>
              <a:rPr dirty="0"/>
              <a:t>Department</a:t>
            </a:r>
            <a:r>
              <a:rPr spc="-45" dirty="0"/>
              <a:t> </a:t>
            </a:r>
            <a:r>
              <a:rPr dirty="0"/>
              <a:t>of</a:t>
            </a:r>
            <a:r>
              <a:rPr spc="-45" dirty="0"/>
              <a:t> </a:t>
            </a:r>
            <a:r>
              <a:rPr dirty="0"/>
              <a:t>Computational</a:t>
            </a:r>
            <a:r>
              <a:rPr spc="-40" dirty="0"/>
              <a:t> </a:t>
            </a:r>
            <a:r>
              <a:rPr dirty="0"/>
              <a:t>Intelligence</a:t>
            </a:r>
            <a:r>
              <a:rPr spc="-45" dirty="0"/>
              <a:t> </a:t>
            </a:r>
            <a:r>
              <a:rPr spc="-465" dirty="0"/>
              <a:t>|</a:t>
            </a:r>
            <a:r>
              <a:rPr spc="-45" dirty="0"/>
              <a:t> </a:t>
            </a:r>
            <a:r>
              <a:rPr dirty="0"/>
              <a:t>Mini</a:t>
            </a:r>
            <a:r>
              <a:rPr spc="-40" dirty="0"/>
              <a:t> </a:t>
            </a:r>
            <a:r>
              <a:rPr spc="-25" dirty="0"/>
              <a:t>Project</a:t>
            </a:r>
            <a:r>
              <a:rPr spc="-45" dirty="0"/>
              <a:t> </a:t>
            </a:r>
            <a:r>
              <a:rPr spc="-465" dirty="0"/>
              <a:t>|</a:t>
            </a:r>
            <a:r>
              <a:rPr spc="-45" dirty="0"/>
              <a:t> </a:t>
            </a:r>
            <a:r>
              <a:rPr spc="-35" dirty="0"/>
              <a:t>B.Tech</a:t>
            </a:r>
            <a:r>
              <a:rPr spc="-40" dirty="0"/>
              <a:t> </a:t>
            </a:r>
            <a:r>
              <a:rPr dirty="0"/>
              <a:t>IV</a:t>
            </a:r>
            <a:r>
              <a:rPr spc="-45" dirty="0"/>
              <a:t> </a:t>
            </a:r>
            <a:r>
              <a:rPr dirty="0"/>
              <a:t>Year</a:t>
            </a:r>
            <a:r>
              <a:rPr spc="-40" dirty="0"/>
              <a:t> </a:t>
            </a:r>
            <a:r>
              <a:rPr spc="295" dirty="0"/>
              <a:t>–</a:t>
            </a:r>
            <a:r>
              <a:rPr spc="-45" dirty="0"/>
              <a:t> </a:t>
            </a:r>
            <a:r>
              <a:rPr dirty="0"/>
              <a:t>I</a:t>
            </a:r>
            <a:r>
              <a:rPr spc="-45" dirty="0"/>
              <a:t> </a:t>
            </a:r>
            <a:r>
              <a:rPr spc="-25" dirty="0"/>
              <a:t>Sem</a:t>
            </a:r>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400" b="1" i="0">
                <a:solidFill>
                  <a:schemeClr val="tx1"/>
                </a:solidFill>
                <a:latin typeface="Trebuchet MS"/>
                <a:cs typeface="Trebuchet MS"/>
              </a:defRPr>
            </a:lvl1pPr>
          </a:lstStyle>
          <a:p>
            <a:pPr marL="12700">
              <a:lnSpc>
                <a:spcPct val="100000"/>
              </a:lnSpc>
              <a:spcBef>
                <a:spcPts val="10"/>
              </a:spcBef>
            </a:pPr>
            <a:r>
              <a:rPr dirty="0"/>
              <a:t>Department</a:t>
            </a:r>
            <a:r>
              <a:rPr spc="-50" dirty="0"/>
              <a:t> </a:t>
            </a:r>
            <a:r>
              <a:rPr dirty="0"/>
              <a:t>of</a:t>
            </a:r>
            <a:r>
              <a:rPr spc="-45" dirty="0"/>
              <a:t> </a:t>
            </a:r>
            <a:r>
              <a:rPr dirty="0"/>
              <a:t>Computational</a:t>
            </a:r>
            <a:r>
              <a:rPr spc="-45" dirty="0"/>
              <a:t> </a:t>
            </a:r>
            <a:r>
              <a:rPr dirty="0"/>
              <a:t>Intelligence</a:t>
            </a:r>
            <a:r>
              <a:rPr spc="-45" dirty="0"/>
              <a:t> </a:t>
            </a:r>
            <a:r>
              <a:rPr spc="-465" dirty="0"/>
              <a:t>|</a:t>
            </a:r>
            <a:r>
              <a:rPr spc="-45" dirty="0"/>
              <a:t> </a:t>
            </a:r>
            <a:r>
              <a:rPr dirty="0"/>
              <a:t>Major</a:t>
            </a:r>
            <a:r>
              <a:rPr spc="-45" dirty="0"/>
              <a:t> </a:t>
            </a:r>
            <a:r>
              <a:rPr spc="-25" dirty="0"/>
              <a:t>Project</a:t>
            </a:r>
            <a:r>
              <a:rPr spc="-45" dirty="0"/>
              <a:t> </a:t>
            </a:r>
            <a:r>
              <a:rPr spc="-465" dirty="0"/>
              <a:t>|</a:t>
            </a:r>
            <a:r>
              <a:rPr spc="-45" dirty="0"/>
              <a:t> </a:t>
            </a:r>
            <a:r>
              <a:rPr spc="-35" dirty="0"/>
              <a:t>B.Tech</a:t>
            </a:r>
            <a:r>
              <a:rPr spc="-45" dirty="0"/>
              <a:t> </a:t>
            </a:r>
            <a:r>
              <a:rPr dirty="0"/>
              <a:t>IV</a:t>
            </a:r>
            <a:r>
              <a:rPr spc="-45" dirty="0"/>
              <a:t> </a:t>
            </a:r>
            <a:r>
              <a:rPr dirty="0"/>
              <a:t>Year</a:t>
            </a:r>
            <a:r>
              <a:rPr spc="-45" dirty="0"/>
              <a:t> </a:t>
            </a:r>
            <a:r>
              <a:rPr spc="295" dirty="0"/>
              <a:t>–</a:t>
            </a:r>
            <a:r>
              <a:rPr spc="-45" dirty="0"/>
              <a:t> </a:t>
            </a:r>
            <a:r>
              <a:rPr dirty="0"/>
              <a:t>II</a:t>
            </a:r>
            <a:r>
              <a:rPr spc="-45" dirty="0"/>
              <a:t> </a:t>
            </a:r>
            <a:r>
              <a:rPr spc="-25" dirty="0"/>
              <a:t>Sem</a:t>
            </a:r>
          </a:p>
        </p:txBody>
      </p:sp>
      <p:sp>
        <p:nvSpPr>
          <p:cNvPr id="3" name="Holder 3"/>
          <p:cNvSpPr>
            <a:spLocks noGrp="1"/>
          </p:cNvSpPr>
          <p:nvPr>
            <p:ph type="dt" sz="half" idx="6"/>
          </p:nvPr>
        </p:nvSpPr>
        <p:spPr/>
        <p:txBody>
          <a:bodyPr lIns="0" tIns="0" rIns="0" bIns="0"/>
          <a:lstStyle>
            <a:lvl1pPr>
              <a:defRPr sz="1400" b="1" i="0">
                <a:solidFill>
                  <a:schemeClr val="tx1"/>
                </a:solidFill>
                <a:latin typeface="Trebuchet MS"/>
                <a:cs typeface="Trebuchet MS"/>
              </a:defRPr>
            </a:lvl1pPr>
          </a:lstStyle>
          <a:p>
            <a:pPr>
              <a:lnSpc>
                <a:spcPts val="1590"/>
              </a:lnSpc>
            </a:pPr>
            <a:r>
              <a:rPr dirty="0"/>
              <a:t>Department</a:t>
            </a:r>
            <a:r>
              <a:rPr spc="-45" dirty="0"/>
              <a:t> </a:t>
            </a:r>
            <a:r>
              <a:rPr dirty="0"/>
              <a:t>of</a:t>
            </a:r>
            <a:r>
              <a:rPr spc="-45" dirty="0"/>
              <a:t> </a:t>
            </a:r>
            <a:r>
              <a:rPr dirty="0"/>
              <a:t>Computational</a:t>
            </a:r>
            <a:r>
              <a:rPr spc="-40" dirty="0"/>
              <a:t> </a:t>
            </a:r>
            <a:r>
              <a:rPr dirty="0"/>
              <a:t>Intelligence</a:t>
            </a:r>
            <a:r>
              <a:rPr spc="-45" dirty="0"/>
              <a:t> </a:t>
            </a:r>
            <a:r>
              <a:rPr spc="-465" dirty="0"/>
              <a:t>|</a:t>
            </a:r>
            <a:r>
              <a:rPr spc="-45" dirty="0"/>
              <a:t> </a:t>
            </a:r>
            <a:r>
              <a:rPr dirty="0"/>
              <a:t>Mini</a:t>
            </a:r>
            <a:r>
              <a:rPr spc="-40" dirty="0"/>
              <a:t> </a:t>
            </a:r>
            <a:r>
              <a:rPr spc="-25" dirty="0"/>
              <a:t>Project</a:t>
            </a:r>
            <a:r>
              <a:rPr spc="-45" dirty="0"/>
              <a:t> </a:t>
            </a:r>
            <a:r>
              <a:rPr spc="-465" dirty="0"/>
              <a:t>|</a:t>
            </a:r>
            <a:r>
              <a:rPr spc="-45" dirty="0"/>
              <a:t> </a:t>
            </a:r>
            <a:r>
              <a:rPr spc="-35" dirty="0"/>
              <a:t>B.Tech</a:t>
            </a:r>
            <a:r>
              <a:rPr spc="-40" dirty="0"/>
              <a:t> </a:t>
            </a:r>
            <a:r>
              <a:rPr dirty="0"/>
              <a:t>IV</a:t>
            </a:r>
            <a:r>
              <a:rPr spc="-45" dirty="0"/>
              <a:t> </a:t>
            </a:r>
            <a:r>
              <a:rPr dirty="0"/>
              <a:t>Year</a:t>
            </a:r>
            <a:r>
              <a:rPr spc="-40" dirty="0"/>
              <a:t> </a:t>
            </a:r>
            <a:r>
              <a:rPr spc="295" dirty="0"/>
              <a:t>–</a:t>
            </a:r>
            <a:r>
              <a:rPr spc="-45" dirty="0"/>
              <a:t> </a:t>
            </a:r>
            <a:r>
              <a:rPr dirty="0"/>
              <a:t>I</a:t>
            </a:r>
            <a:r>
              <a:rPr spc="-45" dirty="0"/>
              <a:t> </a:t>
            </a:r>
            <a:r>
              <a:rPr spc="-25" dirty="0"/>
              <a:t>Sem</a:t>
            </a: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87307" y="443529"/>
            <a:ext cx="3373120" cy="845942"/>
          </a:xfrm>
          <a:prstGeom prst="rect">
            <a:avLst/>
          </a:prstGeom>
        </p:spPr>
        <p:txBody>
          <a:bodyPr wrap="square" lIns="0" tIns="0" rIns="0" bIns="0">
            <a:spAutoFit/>
          </a:bodyPr>
          <a:lstStyle>
            <a:lvl1pPr>
              <a:defRPr sz="3600" b="1" i="0">
                <a:solidFill>
                  <a:srgbClr val="FF0000"/>
                </a:solidFill>
                <a:latin typeface="Palatino Linotype"/>
                <a:cs typeface="Palatino Linotype"/>
              </a:defRPr>
            </a:lvl1pPr>
          </a:lstStyle>
          <a:p>
            <a:endParaRPr/>
          </a:p>
        </p:txBody>
      </p:sp>
      <p:sp>
        <p:nvSpPr>
          <p:cNvPr id="3" name="Holder 3"/>
          <p:cNvSpPr>
            <a:spLocks noGrp="1"/>
          </p:cNvSpPr>
          <p:nvPr>
            <p:ph type="body" idx="1"/>
          </p:nvPr>
        </p:nvSpPr>
        <p:spPr>
          <a:xfrm>
            <a:off x="787372" y="2299708"/>
            <a:ext cx="7640320" cy="4231640"/>
          </a:xfrm>
          <a:prstGeom prst="rect">
            <a:avLst/>
          </a:prstGeom>
        </p:spPr>
        <p:txBody>
          <a:bodyPr wrap="square" lIns="0" tIns="0" rIns="0" bIns="0">
            <a:spAutoFit/>
          </a:bodyPr>
          <a:lstStyle>
            <a:lvl1pPr>
              <a:defRPr sz="2300" b="0" i="0">
                <a:solidFill>
                  <a:schemeClr val="tx1"/>
                </a:solidFill>
                <a:latin typeface="Arial"/>
                <a:cs typeface="Arial"/>
              </a:defRPr>
            </a:lvl1pPr>
          </a:lstStyle>
          <a:p>
            <a:endParaRPr/>
          </a:p>
        </p:txBody>
      </p:sp>
      <p:sp>
        <p:nvSpPr>
          <p:cNvPr id="4" name="Holder 4"/>
          <p:cNvSpPr>
            <a:spLocks noGrp="1"/>
          </p:cNvSpPr>
          <p:nvPr>
            <p:ph type="ftr" sz="quarter" idx="5"/>
          </p:nvPr>
        </p:nvSpPr>
        <p:spPr>
          <a:xfrm>
            <a:off x="1168412" y="6653281"/>
            <a:ext cx="6811009" cy="231140"/>
          </a:xfrm>
          <a:prstGeom prst="rect">
            <a:avLst/>
          </a:prstGeom>
        </p:spPr>
        <p:txBody>
          <a:bodyPr wrap="square" lIns="0" tIns="0" rIns="0" bIns="0">
            <a:spAutoFit/>
          </a:bodyPr>
          <a:lstStyle>
            <a:lvl1pPr>
              <a:defRPr sz="1400" b="1" i="0">
                <a:solidFill>
                  <a:schemeClr val="tx1"/>
                </a:solidFill>
                <a:latin typeface="Trebuchet MS"/>
                <a:cs typeface="Trebuchet MS"/>
              </a:defRPr>
            </a:lvl1pPr>
          </a:lstStyle>
          <a:p>
            <a:pPr marL="12700">
              <a:lnSpc>
                <a:spcPct val="100000"/>
              </a:lnSpc>
              <a:spcBef>
                <a:spcPts val="10"/>
              </a:spcBef>
            </a:pPr>
            <a:r>
              <a:rPr dirty="0"/>
              <a:t>Department</a:t>
            </a:r>
            <a:r>
              <a:rPr spc="-50" dirty="0"/>
              <a:t> </a:t>
            </a:r>
            <a:r>
              <a:rPr dirty="0"/>
              <a:t>of</a:t>
            </a:r>
            <a:r>
              <a:rPr spc="-45" dirty="0"/>
              <a:t> </a:t>
            </a:r>
            <a:r>
              <a:rPr dirty="0"/>
              <a:t>Computational</a:t>
            </a:r>
            <a:r>
              <a:rPr spc="-45" dirty="0"/>
              <a:t> </a:t>
            </a:r>
            <a:r>
              <a:rPr dirty="0"/>
              <a:t>Intelligence</a:t>
            </a:r>
            <a:r>
              <a:rPr spc="-45" dirty="0"/>
              <a:t> </a:t>
            </a:r>
            <a:r>
              <a:rPr spc="-465" dirty="0"/>
              <a:t>|</a:t>
            </a:r>
            <a:r>
              <a:rPr spc="-45" dirty="0"/>
              <a:t> </a:t>
            </a:r>
            <a:r>
              <a:rPr dirty="0"/>
              <a:t>Major</a:t>
            </a:r>
            <a:r>
              <a:rPr spc="-45" dirty="0"/>
              <a:t> </a:t>
            </a:r>
            <a:r>
              <a:rPr spc="-25" dirty="0"/>
              <a:t>Project</a:t>
            </a:r>
            <a:r>
              <a:rPr spc="-45" dirty="0"/>
              <a:t> </a:t>
            </a:r>
            <a:r>
              <a:rPr spc="-465" dirty="0"/>
              <a:t>|</a:t>
            </a:r>
            <a:r>
              <a:rPr spc="-45" dirty="0"/>
              <a:t> </a:t>
            </a:r>
            <a:r>
              <a:rPr spc="-35" dirty="0"/>
              <a:t>B.Tech</a:t>
            </a:r>
            <a:r>
              <a:rPr spc="-45" dirty="0"/>
              <a:t> </a:t>
            </a:r>
            <a:r>
              <a:rPr dirty="0"/>
              <a:t>IV</a:t>
            </a:r>
            <a:r>
              <a:rPr spc="-45" dirty="0"/>
              <a:t> </a:t>
            </a:r>
            <a:r>
              <a:rPr dirty="0"/>
              <a:t>Year</a:t>
            </a:r>
            <a:r>
              <a:rPr spc="-45" dirty="0"/>
              <a:t> </a:t>
            </a:r>
            <a:r>
              <a:rPr spc="295" dirty="0"/>
              <a:t>–</a:t>
            </a:r>
            <a:r>
              <a:rPr spc="-45" dirty="0"/>
              <a:t> </a:t>
            </a:r>
            <a:r>
              <a:rPr dirty="0"/>
              <a:t>II</a:t>
            </a:r>
            <a:r>
              <a:rPr spc="-45" dirty="0"/>
              <a:t> </a:t>
            </a:r>
            <a:r>
              <a:rPr spc="-25" dirty="0"/>
              <a:t>Sem</a:t>
            </a:r>
          </a:p>
        </p:txBody>
      </p:sp>
      <p:sp>
        <p:nvSpPr>
          <p:cNvPr id="5" name="Holder 5"/>
          <p:cNvSpPr>
            <a:spLocks noGrp="1"/>
          </p:cNvSpPr>
          <p:nvPr>
            <p:ph type="dt" sz="half" idx="6"/>
          </p:nvPr>
        </p:nvSpPr>
        <p:spPr>
          <a:xfrm>
            <a:off x="1266764" y="6665995"/>
            <a:ext cx="6614159" cy="205740"/>
          </a:xfrm>
          <a:prstGeom prst="rect">
            <a:avLst/>
          </a:prstGeom>
        </p:spPr>
        <p:txBody>
          <a:bodyPr wrap="square" lIns="0" tIns="0" rIns="0" bIns="0">
            <a:spAutoFit/>
          </a:bodyPr>
          <a:lstStyle>
            <a:lvl1pPr>
              <a:defRPr sz="1400" b="1" i="0">
                <a:solidFill>
                  <a:schemeClr val="tx1"/>
                </a:solidFill>
                <a:latin typeface="Trebuchet MS"/>
                <a:cs typeface="Trebuchet MS"/>
              </a:defRPr>
            </a:lvl1pPr>
          </a:lstStyle>
          <a:p>
            <a:pPr>
              <a:lnSpc>
                <a:spcPts val="1590"/>
              </a:lnSpc>
            </a:pPr>
            <a:r>
              <a:rPr dirty="0"/>
              <a:t>Department</a:t>
            </a:r>
            <a:r>
              <a:rPr spc="-45" dirty="0"/>
              <a:t> </a:t>
            </a:r>
            <a:r>
              <a:rPr dirty="0"/>
              <a:t>of</a:t>
            </a:r>
            <a:r>
              <a:rPr spc="-45" dirty="0"/>
              <a:t> </a:t>
            </a:r>
            <a:r>
              <a:rPr dirty="0"/>
              <a:t>Computational</a:t>
            </a:r>
            <a:r>
              <a:rPr spc="-40" dirty="0"/>
              <a:t> </a:t>
            </a:r>
            <a:r>
              <a:rPr dirty="0"/>
              <a:t>Intelligence</a:t>
            </a:r>
            <a:r>
              <a:rPr spc="-45" dirty="0"/>
              <a:t> </a:t>
            </a:r>
            <a:r>
              <a:rPr spc="-465" dirty="0"/>
              <a:t>|</a:t>
            </a:r>
            <a:r>
              <a:rPr spc="-45" dirty="0"/>
              <a:t> </a:t>
            </a:r>
            <a:r>
              <a:rPr dirty="0"/>
              <a:t>Mini</a:t>
            </a:r>
            <a:r>
              <a:rPr spc="-40" dirty="0"/>
              <a:t> </a:t>
            </a:r>
            <a:r>
              <a:rPr spc="-25" dirty="0"/>
              <a:t>Project</a:t>
            </a:r>
            <a:r>
              <a:rPr spc="-45" dirty="0"/>
              <a:t> </a:t>
            </a:r>
            <a:r>
              <a:rPr spc="-465" dirty="0"/>
              <a:t>|</a:t>
            </a:r>
            <a:r>
              <a:rPr spc="-45" dirty="0"/>
              <a:t> </a:t>
            </a:r>
            <a:r>
              <a:rPr spc="-35" dirty="0"/>
              <a:t>B.Tech</a:t>
            </a:r>
            <a:r>
              <a:rPr spc="-40" dirty="0"/>
              <a:t> </a:t>
            </a:r>
            <a:r>
              <a:rPr dirty="0"/>
              <a:t>IV</a:t>
            </a:r>
            <a:r>
              <a:rPr spc="-45" dirty="0"/>
              <a:t> </a:t>
            </a:r>
            <a:r>
              <a:rPr dirty="0"/>
              <a:t>Year</a:t>
            </a:r>
            <a:r>
              <a:rPr spc="-40" dirty="0"/>
              <a:t> </a:t>
            </a:r>
            <a:r>
              <a:rPr spc="295" dirty="0"/>
              <a:t>–</a:t>
            </a:r>
            <a:r>
              <a:rPr spc="-45" dirty="0"/>
              <a:t> </a:t>
            </a:r>
            <a:r>
              <a:rPr dirty="0"/>
              <a:t>I</a:t>
            </a:r>
            <a:r>
              <a:rPr spc="-45" dirty="0"/>
              <a:t> </a:t>
            </a:r>
            <a:r>
              <a:rPr spc="-25" dirty="0"/>
              <a:t>Sem</a:t>
            </a:r>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object 4">
            <a:extLst>
              <a:ext uri="{FF2B5EF4-FFF2-40B4-BE49-F238E27FC236}">
                <a16:creationId xmlns:a16="http://schemas.microsoft.com/office/drawing/2014/main" id="{52157AB7-49A0-50E0-9CA5-CB0B605FCBCE}"/>
              </a:ext>
            </a:extLst>
          </p:cNvPr>
          <p:cNvSpPr/>
          <p:nvPr/>
        </p:nvSpPr>
        <p:spPr>
          <a:xfrm>
            <a:off x="0" y="14030"/>
            <a:ext cx="9144000" cy="6858000"/>
          </a:xfrm>
          <a:custGeom>
            <a:avLst/>
            <a:gdLst/>
            <a:ahLst/>
            <a:cxnLst/>
            <a:rect l="l" t="t" r="r" b="b"/>
            <a:pathLst>
              <a:path w="9144000" h="6858000">
                <a:moveTo>
                  <a:pt x="9144000" y="6679184"/>
                </a:moveTo>
                <a:lnTo>
                  <a:pt x="0" y="6679184"/>
                </a:lnTo>
                <a:lnTo>
                  <a:pt x="0" y="6857974"/>
                </a:lnTo>
                <a:lnTo>
                  <a:pt x="9144000" y="6857974"/>
                </a:lnTo>
                <a:lnTo>
                  <a:pt x="9144000" y="6679184"/>
                </a:lnTo>
                <a:close/>
              </a:path>
              <a:path w="9144000" h="6858000">
                <a:moveTo>
                  <a:pt x="9144000" y="0"/>
                </a:moveTo>
                <a:lnTo>
                  <a:pt x="0" y="0"/>
                </a:lnTo>
                <a:lnTo>
                  <a:pt x="0" y="171856"/>
                </a:lnTo>
                <a:lnTo>
                  <a:pt x="9144000" y="171856"/>
                </a:lnTo>
                <a:lnTo>
                  <a:pt x="9144000" y="0"/>
                </a:lnTo>
                <a:close/>
              </a:path>
            </a:pathLst>
          </a:custGeom>
          <a:solidFill>
            <a:srgbClr val="00B0F0"/>
          </a:solidFill>
        </p:spPr>
        <p:txBody>
          <a:bodyPr wrap="square" lIns="0" tIns="0" rIns="0" bIns="0" rtlCol="0"/>
          <a:lstStyle/>
          <a:p>
            <a:endParaRPr/>
          </a:p>
        </p:txBody>
      </p:sp>
      <p:sp>
        <p:nvSpPr>
          <p:cNvPr id="15" name="object 12">
            <a:extLst>
              <a:ext uri="{FF2B5EF4-FFF2-40B4-BE49-F238E27FC236}">
                <a16:creationId xmlns:a16="http://schemas.microsoft.com/office/drawing/2014/main" id="{A4F1DAC5-A90E-63B2-E276-F6D33FE530F9}"/>
              </a:ext>
            </a:extLst>
          </p:cNvPr>
          <p:cNvSpPr/>
          <p:nvPr/>
        </p:nvSpPr>
        <p:spPr>
          <a:xfrm>
            <a:off x="-2" y="175910"/>
            <a:ext cx="9178065" cy="6429375"/>
          </a:xfrm>
          <a:custGeom>
            <a:avLst/>
            <a:gdLst/>
            <a:ahLst/>
            <a:cxnLst/>
            <a:rect l="l" t="t" r="r" b="b"/>
            <a:pathLst>
              <a:path w="8858885" h="6429375">
                <a:moveTo>
                  <a:pt x="0" y="0"/>
                </a:moveTo>
                <a:lnTo>
                  <a:pt x="8858399" y="0"/>
                </a:lnTo>
                <a:lnTo>
                  <a:pt x="8858399" y="6429299"/>
                </a:lnTo>
                <a:lnTo>
                  <a:pt x="0" y="6429299"/>
                </a:lnTo>
                <a:lnTo>
                  <a:pt x="0" y="0"/>
                </a:lnTo>
                <a:close/>
              </a:path>
            </a:pathLst>
          </a:custGeom>
          <a:ln w="25399">
            <a:solidFill>
              <a:srgbClr val="385E88"/>
            </a:solidFill>
          </a:ln>
        </p:spPr>
        <p:txBody>
          <a:bodyPr wrap="square" lIns="0" tIns="0" rIns="0" bIns="0" rtlCol="0"/>
          <a:lstStyle/>
          <a:p>
            <a:endParaRPr/>
          </a:p>
        </p:txBody>
      </p:sp>
      <p:sp>
        <p:nvSpPr>
          <p:cNvPr id="17" name="Title 1">
            <a:extLst>
              <a:ext uri="{FF2B5EF4-FFF2-40B4-BE49-F238E27FC236}">
                <a16:creationId xmlns:a16="http://schemas.microsoft.com/office/drawing/2014/main" id="{BF9B39B1-61C7-8CF3-B7D3-6E630BA8CC3D}"/>
              </a:ext>
            </a:extLst>
          </p:cNvPr>
          <p:cNvSpPr txBox="1">
            <a:spLocks noGrp="1"/>
          </p:cNvSpPr>
          <p:nvPr/>
        </p:nvSpPr>
        <p:spPr>
          <a:xfrm>
            <a:off x="1410698" y="478631"/>
            <a:ext cx="6285502" cy="1016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lc="http://schemas.openxmlformats.org/drawingml/2006/lockedCanvas" val="1"/>
            </a:ext>
          </a:extLst>
        </p:spPr>
        <p:txBody>
          <a:bodyPr lIns="45719" rIns="45719" anchor="b">
            <a:normAutofit fontScale="85000" lnSpcReduction="10000"/>
          </a:bodyPr>
          <a:lstStyle>
            <a:lvl1pPr marL="0" marR="0" indent="0" algn="ctr" defTabSz="914400" rtl="0" latinLnBrk="0">
              <a:lnSpc>
                <a:spcPct val="90000"/>
              </a:lnSpc>
              <a:spcBef>
                <a:spcPts val="0"/>
              </a:spcBef>
              <a:spcAft>
                <a:spcPts val="0"/>
              </a:spcAft>
              <a:buClrTx/>
              <a:buSzTx/>
              <a:buFontTx/>
              <a:buNone/>
              <a:tabLst/>
              <a:defRPr sz="6000" b="0" i="0" u="none" strike="noStrike" cap="none" spc="0" baseline="0">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45720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91440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137160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182880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a:lstStyle>
          <a:p>
            <a:pPr>
              <a:defRPr sz="2800" b="1">
                <a:solidFill>
                  <a:srgbClr val="2F5496"/>
                </a:solidFill>
                <a:latin typeface="+mn-lt"/>
                <a:ea typeface="+mn-ea"/>
                <a:cs typeface="+mn-cs"/>
                <a:sym typeface="Calibri"/>
              </a:defRPr>
            </a:pPr>
            <a:r>
              <a:rPr dirty="0"/>
              <a:t>MALLA REDDY COLLEGE OF ENGINEERING &amp; </a:t>
            </a:r>
            <a:r>
              <a:rPr lang="en-IN" dirty="0"/>
              <a:t>T</a:t>
            </a:r>
            <a:r>
              <a:rPr dirty="0"/>
              <a:t>ECHNOLOGY</a:t>
            </a:r>
            <a:br>
              <a:rPr dirty="0"/>
            </a:br>
            <a:r>
              <a:rPr sz="1400" dirty="0">
                <a:solidFill>
                  <a:srgbClr val="000000"/>
                </a:solidFill>
              </a:rPr>
              <a:t>(AUTONOMUS INSTITUTION –UGC, GOVT. OF INDIA)</a:t>
            </a:r>
            <a:br>
              <a:rPr sz="1400" dirty="0">
                <a:solidFill>
                  <a:srgbClr val="000000"/>
                </a:solidFill>
              </a:rPr>
            </a:br>
            <a:r>
              <a:rPr sz="1400" dirty="0">
                <a:solidFill>
                  <a:srgbClr val="000000"/>
                </a:solidFill>
              </a:rPr>
              <a:t>Affiliated to JNTUH; Approved by AICTE, NBA-Tier 1 &amp; NAAC with A-GRADE| ISO 9001:2015</a:t>
            </a:r>
          </a:p>
        </p:txBody>
      </p:sp>
      <p:sp>
        <p:nvSpPr>
          <p:cNvPr id="18" name="Slide Number Placeholder 3">
            <a:extLst>
              <a:ext uri="{FF2B5EF4-FFF2-40B4-BE49-F238E27FC236}">
                <a16:creationId xmlns:a16="http://schemas.microsoft.com/office/drawing/2014/main" id="{705A7C8D-9948-2F2B-C447-21D005A609DE}"/>
              </a:ext>
            </a:extLst>
          </p:cNvPr>
          <p:cNvSpPr txBox="1">
            <a:spLocks noGrp="1"/>
          </p:cNvSpPr>
          <p:nvPr/>
        </p:nvSpPr>
        <p:spPr>
          <a:xfrm>
            <a:off x="10126748" y="6278970"/>
            <a:ext cx="176517" cy="2769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lc="http://schemas.openxmlformats.org/drawingml/2006/lockedCanvas" val="1"/>
            </a:ext>
          </a:extLst>
        </p:spPr>
        <p:txBody>
          <a:bodyPr wrap="squar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200" b="1" i="0" u="none" strike="noStrike" cap="none" spc="0" normalizeH="0" baseline="0">
                <a:ln>
                  <a:noFill/>
                </a:ln>
                <a:solidFill>
                  <a:srgbClr val="C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a:lstStyle>
          <a:p>
            <a:fld id="{86CB4B4D-7CA3-9044-876B-883B54F8677D}" type="slidenum">
              <a:rPr/>
              <a:pPr/>
              <a:t>1</a:t>
            </a:fld>
            <a:endParaRPr dirty="0"/>
          </a:p>
        </p:txBody>
      </p:sp>
      <p:pic>
        <p:nvPicPr>
          <p:cNvPr id="19" name="Picture 18" descr="Picture 5">
            <a:extLst>
              <a:ext uri="{FF2B5EF4-FFF2-40B4-BE49-F238E27FC236}">
                <a16:creationId xmlns:a16="http://schemas.microsoft.com/office/drawing/2014/main" id="{79212940-5AA3-F53B-87A0-F6492D691129}"/>
              </a:ext>
            </a:extLst>
          </p:cNvPr>
          <p:cNvPicPr>
            <a:picLocks noChangeAspect="1"/>
          </p:cNvPicPr>
          <p:nvPr/>
        </p:nvPicPr>
        <p:blipFill>
          <a:blip r:embed="rId3"/>
          <a:stretch>
            <a:fillRect/>
          </a:stretch>
        </p:blipFill>
        <p:spPr>
          <a:xfrm>
            <a:off x="-59112" y="164027"/>
            <a:ext cx="1529465" cy="1452563"/>
          </a:xfrm>
          <a:prstGeom prst="rect">
            <a:avLst/>
          </a:prstGeom>
          <a:ln w="12700">
            <a:miter lim="400000"/>
          </a:ln>
        </p:spPr>
      </p:pic>
      <p:pic>
        <p:nvPicPr>
          <p:cNvPr id="20" name="Picture 19" descr="Picture 9">
            <a:extLst>
              <a:ext uri="{FF2B5EF4-FFF2-40B4-BE49-F238E27FC236}">
                <a16:creationId xmlns:a16="http://schemas.microsoft.com/office/drawing/2014/main" id="{41989FBA-B74B-5E66-7255-F1A65F0F8664}"/>
              </a:ext>
            </a:extLst>
          </p:cNvPr>
          <p:cNvPicPr>
            <a:picLocks noChangeAspect="1"/>
          </p:cNvPicPr>
          <p:nvPr/>
        </p:nvPicPr>
        <p:blipFill>
          <a:blip r:embed="rId4"/>
          <a:stretch>
            <a:fillRect/>
          </a:stretch>
        </p:blipFill>
        <p:spPr>
          <a:xfrm>
            <a:off x="7730264" y="200024"/>
            <a:ext cx="1529465" cy="1573213"/>
          </a:xfrm>
          <a:prstGeom prst="rect">
            <a:avLst/>
          </a:prstGeom>
          <a:ln w="12700">
            <a:miter lim="400000"/>
          </a:ln>
        </p:spPr>
      </p:pic>
      <p:sp>
        <p:nvSpPr>
          <p:cNvPr id="21" name="Subtitle 2">
            <a:extLst>
              <a:ext uri="{FF2B5EF4-FFF2-40B4-BE49-F238E27FC236}">
                <a16:creationId xmlns:a16="http://schemas.microsoft.com/office/drawing/2014/main" id="{70EC6849-144E-E6FA-536D-9EDD9373CC5B}"/>
              </a:ext>
            </a:extLst>
          </p:cNvPr>
          <p:cNvSpPr txBox="1">
            <a:spLocks noGrp="1"/>
          </p:cNvSpPr>
          <p:nvPr/>
        </p:nvSpPr>
        <p:spPr>
          <a:xfrm>
            <a:off x="1" y="1869305"/>
            <a:ext cx="9144000" cy="42899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lc="http://schemas.openxmlformats.org/drawingml/2006/lockedCanvas" val="1"/>
            </a:ext>
          </a:extLst>
        </p:spPr>
        <p:txBody>
          <a:bodyPr lIns="45719" rIns="45719">
            <a:normAutofit/>
          </a:bodyPr>
          <a:lstStyle>
            <a:lvl1pPr marL="0" marR="0" indent="0" algn="ctr" defTabSz="914400" rtl="0" latinLnBrk="0">
              <a:lnSpc>
                <a:spcPct val="90000"/>
              </a:lnSpc>
              <a:spcBef>
                <a:spcPts val="1000"/>
              </a:spcBef>
              <a:spcAft>
                <a:spcPts val="0"/>
              </a:spcAft>
              <a:buClrTx/>
              <a:buSzTx/>
              <a:buFontTx/>
              <a:buNone/>
              <a:tabLst/>
              <a:defRPr sz="2400" b="0" i="0" u="none" strike="noStrike" cap="none" spc="0" baseline="0">
                <a:solidFill>
                  <a:srgbClr val="000000"/>
                </a:solidFill>
                <a:uFillTx/>
                <a:latin typeface="+mn-lt"/>
                <a:ea typeface="+mn-ea"/>
                <a:cs typeface="+mn-cs"/>
                <a:sym typeface="Calibri"/>
              </a:defRPr>
            </a:lvl1pPr>
            <a:lvl2pPr marL="0" marR="0" indent="457200" algn="ctr" defTabSz="914400" rtl="0" latinLnBrk="0">
              <a:lnSpc>
                <a:spcPct val="90000"/>
              </a:lnSpc>
              <a:spcBef>
                <a:spcPts val="1000"/>
              </a:spcBef>
              <a:spcAft>
                <a:spcPts val="0"/>
              </a:spcAft>
              <a:buClrTx/>
              <a:buSzTx/>
              <a:buFontTx/>
              <a:buNone/>
              <a:tabLst/>
              <a:defRPr sz="2400" b="0" i="0" u="none" strike="noStrike" cap="none" spc="0" baseline="0">
                <a:solidFill>
                  <a:srgbClr val="000000"/>
                </a:solidFill>
                <a:uFillTx/>
                <a:latin typeface="+mn-lt"/>
                <a:ea typeface="+mn-ea"/>
                <a:cs typeface="+mn-cs"/>
                <a:sym typeface="Calibri"/>
              </a:defRPr>
            </a:lvl2pPr>
            <a:lvl3pPr marL="0" marR="0" indent="914400" algn="ctr" defTabSz="914400" rtl="0" latinLnBrk="0">
              <a:lnSpc>
                <a:spcPct val="90000"/>
              </a:lnSpc>
              <a:spcBef>
                <a:spcPts val="1000"/>
              </a:spcBef>
              <a:spcAft>
                <a:spcPts val="0"/>
              </a:spcAft>
              <a:buClrTx/>
              <a:buSzTx/>
              <a:buFontTx/>
              <a:buNone/>
              <a:tabLst/>
              <a:defRPr sz="2400" b="0" i="0" u="none" strike="noStrike" cap="none" spc="0" baseline="0">
                <a:solidFill>
                  <a:srgbClr val="000000"/>
                </a:solidFill>
                <a:uFillTx/>
                <a:latin typeface="+mn-lt"/>
                <a:ea typeface="+mn-ea"/>
                <a:cs typeface="+mn-cs"/>
                <a:sym typeface="Calibri"/>
              </a:defRPr>
            </a:lvl3pPr>
            <a:lvl4pPr marL="0" marR="0" indent="1371600" algn="ctr" defTabSz="914400" rtl="0" latinLnBrk="0">
              <a:lnSpc>
                <a:spcPct val="90000"/>
              </a:lnSpc>
              <a:spcBef>
                <a:spcPts val="1000"/>
              </a:spcBef>
              <a:spcAft>
                <a:spcPts val="0"/>
              </a:spcAft>
              <a:buClrTx/>
              <a:buSzTx/>
              <a:buFontTx/>
              <a:buNone/>
              <a:tabLst/>
              <a:defRPr sz="2400" b="0" i="0" u="none" strike="noStrike" cap="none" spc="0" baseline="0">
                <a:solidFill>
                  <a:srgbClr val="000000"/>
                </a:solidFill>
                <a:uFillTx/>
                <a:latin typeface="+mn-lt"/>
                <a:ea typeface="+mn-ea"/>
                <a:cs typeface="+mn-cs"/>
                <a:sym typeface="Calibri"/>
              </a:defRPr>
            </a:lvl4pPr>
            <a:lvl5pPr marL="0" marR="0" indent="1828800" algn="ctr" defTabSz="914400" rtl="0" latinLnBrk="0">
              <a:lnSpc>
                <a:spcPct val="90000"/>
              </a:lnSpc>
              <a:spcBef>
                <a:spcPts val="1000"/>
              </a:spcBef>
              <a:spcAft>
                <a:spcPts val="0"/>
              </a:spcAft>
              <a:buClrTx/>
              <a:buSzTx/>
              <a:buFontTx/>
              <a:buNone/>
              <a:tabLst/>
              <a:defRPr sz="2400" b="0" i="0" u="none" strike="noStrike" cap="none" spc="0" baseline="0">
                <a:solidFill>
                  <a:srgbClr val="000000"/>
                </a:solidFill>
                <a:uFillTx/>
                <a:latin typeface="+mn-lt"/>
                <a:ea typeface="+mn-ea"/>
                <a:cs typeface="+mn-cs"/>
                <a:sym typeface="Calibri"/>
              </a:defRPr>
            </a:lvl5pPr>
            <a:lvl6pPr marL="2641600" marR="0" indent="-355600" algn="l" defTabSz="914400" rtl="0" latinLnBrk="0">
              <a:lnSpc>
                <a:spcPct val="90000"/>
              </a:lnSpc>
              <a:spcBef>
                <a:spcPts val="1000"/>
              </a:spcBef>
              <a:spcAft>
                <a:spcPts val="0"/>
              </a:spcAft>
              <a:buClrTx/>
              <a:buSzPct val="100000"/>
              <a:buFont typeface="Arial"/>
              <a:buAutoNum type="arabicPeriod"/>
              <a:tabLst/>
              <a:defRPr sz="2800" b="0" i="0" u="none" strike="noStrike" cap="none" spc="0" baseline="0">
                <a:solidFill>
                  <a:srgbClr val="000000"/>
                </a:solidFill>
                <a:uFillTx/>
                <a:latin typeface="+mn-lt"/>
                <a:ea typeface="+mn-ea"/>
                <a:cs typeface="+mn-cs"/>
                <a:sym typeface="Calibri"/>
              </a:defRPr>
            </a:lvl6pPr>
            <a:lvl7pPr marL="3098800" marR="0" indent="-355600" algn="l" defTabSz="914400" rtl="0" latinLnBrk="0">
              <a:lnSpc>
                <a:spcPct val="90000"/>
              </a:lnSpc>
              <a:spcBef>
                <a:spcPts val="1000"/>
              </a:spcBef>
              <a:spcAft>
                <a:spcPts val="0"/>
              </a:spcAft>
              <a:buClrTx/>
              <a:buSzPct val="100000"/>
              <a:buFont typeface="Arial"/>
              <a:buAutoNum type="arabicPeriod"/>
              <a:tabLst/>
              <a:defRPr sz="2800" b="0" i="0" u="none" strike="noStrike" cap="none" spc="0" baseline="0">
                <a:solidFill>
                  <a:srgbClr val="000000"/>
                </a:solidFill>
                <a:uFillTx/>
                <a:latin typeface="+mn-lt"/>
                <a:ea typeface="+mn-ea"/>
                <a:cs typeface="+mn-cs"/>
                <a:sym typeface="Calibri"/>
              </a:defRPr>
            </a:lvl7pPr>
            <a:lvl8pPr marL="3556000" marR="0" indent="-355600" algn="l" defTabSz="914400" rtl="0" latinLnBrk="0">
              <a:lnSpc>
                <a:spcPct val="90000"/>
              </a:lnSpc>
              <a:spcBef>
                <a:spcPts val="1000"/>
              </a:spcBef>
              <a:spcAft>
                <a:spcPts val="0"/>
              </a:spcAft>
              <a:buClrTx/>
              <a:buSzPct val="100000"/>
              <a:buFont typeface="Arial"/>
              <a:buAutoNum type="arabicPeriod"/>
              <a:tabLst/>
              <a:defRPr sz="2800" b="0" i="0" u="none" strike="noStrike" cap="none" spc="0" baseline="0">
                <a:solidFill>
                  <a:srgbClr val="000000"/>
                </a:solidFill>
                <a:uFillTx/>
                <a:latin typeface="+mn-lt"/>
                <a:ea typeface="+mn-ea"/>
                <a:cs typeface="+mn-cs"/>
                <a:sym typeface="Calibri"/>
              </a:defRPr>
            </a:lvl8pPr>
            <a:lvl9pPr marL="4013200" marR="0" indent="-355600" algn="l" defTabSz="914400" rtl="0" latinLnBrk="0">
              <a:lnSpc>
                <a:spcPct val="90000"/>
              </a:lnSpc>
              <a:spcBef>
                <a:spcPts val="1000"/>
              </a:spcBef>
              <a:spcAft>
                <a:spcPts val="0"/>
              </a:spcAft>
              <a:buClrTx/>
              <a:buSzPct val="100000"/>
              <a:buFont typeface="Arial"/>
              <a:buAutoNum type="arabicPeriod"/>
              <a:tabLst/>
              <a:defRPr sz="2800" b="0" i="0" u="none" strike="noStrike" cap="none" spc="0" baseline="0">
                <a:solidFill>
                  <a:srgbClr val="000000"/>
                </a:solidFill>
                <a:uFillTx/>
                <a:latin typeface="+mn-lt"/>
                <a:ea typeface="+mn-ea"/>
                <a:cs typeface="+mn-cs"/>
                <a:sym typeface="Calibri"/>
              </a:defRPr>
            </a:lvl9pPr>
          </a:lstStyle>
          <a:p>
            <a:pPr defTabSz="795527">
              <a:spcBef>
                <a:spcPts val="800"/>
              </a:spcBef>
              <a:defRPr sz="2088" b="1">
                <a:solidFill>
                  <a:srgbClr val="FF0000"/>
                </a:solidFill>
              </a:defRPr>
            </a:pPr>
            <a:r>
              <a:rPr lang="en-US" sz="3200" dirty="0">
                <a:solidFill>
                  <a:schemeClr val="tx1"/>
                </a:solidFill>
              </a:rPr>
              <a:t>LLM Safety Evaluator</a:t>
            </a:r>
          </a:p>
          <a:p>
            <a:pPr defTabSz="795527">
              <a:spcBef>
                <a:spcPts val="800"/>
              </a:spcBef>
              <a:defRPr sz="2088" b="1">
                <a:solidFill>
                  <a:srgbClr val="FF0000"/>
                </a:solidFill>
              </a:defRPr>
            </a:pPr>
            <a:endParaRPr lang="en-US" dirty="0">
              <a:solidFill>
                <a:schemeClr val="tx1"/>
              </a:solidFill>
            </a:endParaRPr>
          </a:p>
          <a:p>
            <a:pPr defTabSz="795527">
              <a:spcBef>
                <a:spcPts val="800"/>
              </a:spcBef>
              <a:defRPr sz="2088" b="1">
                <a:solidFill>
                  <a:srgbClr val="FF0000"/>
                </a:solidFill>
              </a:defRPr>
            </a:pPr>
            <a:r>
              <a:rPr dirty="0"/>
              <a:t>Team Members Details</a:t>
            </a:r>
          </a:p>
          <a:p>
            <a:pPr>
              <a:spcBef>
                <a:spcPts val="600"/>
              </a:spcBef>
            </a:pPr>
            <a:r>
              <a:rPr lang="en-US" sz="2000" dirty="0">
                <a:solidFill>
                  <a:schemeClr val="tx1"/>
                </a:solidFill>
                <a:latin typeface="Lora" pitchFamily="2" charset="0"/>
              </a:rPr>
              <a:t>          1.    </a:t>
            </a:r>
            <a:r>
              <a:rPr lang="en-US" sz="2000" dirty="0" err="1">
                <a:solidFill>
                  <a:schemeClr val="tx1"/>
                </a:solidFill>
                <a:latin typeface="Lora" pitchFamily="2" charset="0"/>
              </a:rPr>
              <a:t>B.Sarweshwar</a:t>
            </a:r>
            <a:r>
              <a:rPr lang="en-US" sz="2000" dirty="0">
                <a:solidFill>
                  <a:schemeClr val="tx1"/>
                </a:solidFill>
                <a:latin typeface="Lora" pitchFamily="2" charset="0"/>
              </a:rPr>
              <a:t>   : 24N35A6609</a:t>
            </a:r>
          </a:p>
          <a:p>
            <a:pPr>
              <a:spcBef>
                <a:spcPts val="600"/>
              </a:spcBef>
            </a:pPr>
            <a:r>
              <a:rPr lang="en-US" sz="2000" dirty="0">
                <a:solidFill>
                  <a:schemeClr val="tx1"/>
                </a:solidFill>
                <a:latin typeface="Lora" pitchFamily="2" charset="0"/>
              </a:rPr>
              <a:t>         2.    </a:t>
            </a:r>
            <a:r>
              <a:rPr lang="en-US" sz="2000" dirty="0" err="1">
                <a:solidFill>
                  <a:schemeClr val="tx1"/>
                </a:solidFill>
                <a:latin typeface="Lora" pitchFamily="2" charset="0"/>
              </a:rPr>
              <a:t>G.Maneesh</a:t>
            </a:r>
            <a:r>
              <a:rPr lang="en-US" sz="2000" dirty="0">
                <a:solidFill>
                  <a:schemeClr val="tx1"/>
                </a:solidFill>
                <a:latin typeface="Lora" pitchFamily="2" charset="0"/>
              </a:rPr>
              <a:t>        : 23N31A66A3</a:t>
            </a:r>
          </a:p>
          <a:p>
            <a:pPr>
              <a:spcBef>
                <a:spcPts val="600"/>
              </a:spcBef>
            </a:pPr>
            <a:r>
              <a:rPr lang="en-US" sz="2000" dirty="0">
                <a:solidFill>
                  <a:schemeClr val="tx1"/>
                </a:solidFill>
                <a:latin typeface="Lora" pitchFamily="2" charset="0"/>
              </a:rPr>
              <a:t>         3.    </a:t>
            </a:r>
            <a:r>
              <a:rPr lang="en-US" sz="2000" dirty="0" err="1">
                <a:solidFill>
                  <a:schemeClr val="tx1"/>
                </a:solidFill>
                <a:latin typeface="Lora" pitchFamily="2" charset="0"/>
              </a:rPr>
              <a:t>J.Madhu</a:t>
            </a:r>
            <a:r>
              <a:rPr lang="en-US" sz="2000" dirty="0">
                <a:solidFill>
                  <a:schemeClr val="tx1"/>
                </a:solidFill>
                <a:latin typeface="Lora" pitchFamily="2" charset="0"/>
              </a:rPr>
              <a:t> Kiran  : 23N31A66C0</a:t>
            </a:r>
          </a:p>
          <a:p>
            <a:pPr>
              <a:spcBef>
                <a:spcPts val="600"/>
              </a:spcBef>
            </a:pPr>
            <a:r>
              <a:rPr lang="en-US" sz="2000" dirty="0">
                <a:solidFill>
                  <a:schemeClr val="tx1"/>
                </a:solidFill>
                <a:latin typeface="Lora" pitchFamily="2" charset="0"/>
              </a:rPr>
              <a:t>      </a:t>
            </a:r>
            <a:endParaRPr lang="en-US" dirty="0"/>
          </a:p>
          <a:p>
            <a:pPr defTabSz="795527">
              <a:spcBef>
                <a:spcPts val="800"/>
              </a:spcBef>
              <a:defRPr sz="1914"/>
            </a:pPr>
            <a:r>
              <a:rPr lang="en-US" dirty="0"/>
              <a:t>      </a:t>
            </a:r>
            <a:r>
              <a:rPr dirty="0"/>
              <a:t>II</a:t>
            </a:r>
            <a:r>
              <a:rPr lang="en-US" dirty="0"/>
              <a:t>I</a:t>
            </a:r>
            <a:r>
              <a:rPr dirty="0"/>
              <a:t> Year </a:t>
            </a:r>
            <a:r>
              <a:rPr dirty="0" err="1"/>
              <a:t>B.Tech</a:t>
            </a:r>
            <a:r>
              <a:rPr dirty="0"/>
              <a:t>-I Semester – CSE (AIML)</a:t>
            </a:r>
          </a:p>
          <a:p>
            <a:pPr defTabSz="795527">
              <a:spcBef>
                <a:spcPts val="800"/>
              </a:spcBef>
              <a:defRPr sz="2088"/>
            </a:pPr>
            <a:endParaRPr dirty="0"/>
          </a:p>
          <a:p>
            <a:pPr defTabSz="795527">
              <a:lnSpc>
                <a:spcPct val="50000"/>
              </a:lnSpc>
              <a:spcBef>
                <a:spcPts val="800"/>
              </a:spcBef>
              <a:defRPr sz="2088" b="1"/>
            </a:pPr>
            <a:r>
              <a:rPr dirty="0"/>
              <a:t>Under the Guidance of</a:t>
            </a:r>
            <a:r>
              <a:rPr dirty="0">
                <a:solidFill>
                  <a:srgbClr val="FF0000"/>
                </a:solidFill>
              </a:rPr>
              <a:t> </a:t>
            </a:r>
          </a:p>
          <a:p>
            <a:pPr defTabSz="795527">
              <a:lnSpc>
                <a:spcPct val="50000"/>
              </a:lnSpc>
              <a:spcBef>
                <a:spcPts val="800"/>
              </a:spcBef>
              <a:defRPr sz="1914" b="1">
                <a:solidFill>
                  <a:srgbClr val="FF0000"/>
                </a:solidFill>
              </a:defRPr>
            </a:pPr>
            <a:r>
              <a:rPr lang="en-IN" dirty="0" err="1"/>
              <a:t>Dr.B.Jyothi</a:t>
            </a:r>
            <a:endParaRPr lang="en-IN" dirty="0"/>
          </a:p>
          <a:p>
            <a:pPr defTabSz="795527">
              <a:lnSpc>
                <a:spcPct val="50000"/>
              </a:lnSpc>
              <a:spcBef>
                <a:spcPts val="800"/>
              </a:spcBef>
              <a:defRPr sz="1914"/>
            </a:pPr>
            <a:r>
              <a:rPr dirty="0"/>
              <a:t> Assistant Professor</a:t>
            </a:r>
          </a:p>
        </p:txBody>
      </p:sp>
      <p:sp>
        <p:nvSpPr>
          <p:cNvPr id="23" name="object 9">
            <a:extLst>
              <a:ext uri="{FF2B5EF4-FFF2-40B4-BE49-F238E27FC236}">
                <a16:creationId xmlns:a16="http://schemas.microsoft.com/office/drawing/2014/main" id="{796D2515-BF96-135E-5E09-5FDEF98ACBA9}"/>
              </a:ext>
            </a:extLst>
          </p:cNvPr>
          <p:cNvSpPr txBox="1">
            <a:spLocks noGrp="1"/>
          </p:cNvSpPr>
          <p:nvPr>
            <p:ph type="dt" sz="half" idx="6"/>
          </p:nvPr>
        </p:nvSpPr>
        <p:spPr>
          <a:xfrm>
            <a:off x="635152" y="6679172"/>
            <a:ext cx="8087328" cy="205184"/>
          </a:xfrm>
          <a:prstGeom prst="rect">
            <a:avLst/>
          </a:prstGeom>
        </p:spPr>
        <p:txBody>
          <a:bodyPr vert="horz" wrap="square" lIns="0" tIns="0" rIns="0" bIns="0" rtlCol="0">
            <a:spAutoFit/>
          </a:bodyPr>
          <a:lstStyle/>
          <a:p>
            <a:pPr>
              <a:lnSpc>
                <a:spcPts val="1590"/>
              </a:lnSpc>
            </a:pPr>
            <a:r>
              <a:rPr dirty="0"/>
              <a:t>Department</a:t>
            </a:r>
            <a:r>
              <a:rPr spc="-45" dirty="0"/>
              <a:t> </a:t>
            </a:r>
            <a:r>
              <a:rPr dirty="0"/>
              <a:t>of</a:t>
            </a:r>
            <a:r>
              <a:rPr spc="-45" dirty="0"/>
              <a:t> </a:t>
            </a:r>
            <a:r>
              <a:rPr dirty="0"/>
              <a:t>Computational</a:t>
            </a:r>
            <a:r>
              <a:rPr spc="-40" dirty="0"/>
              <a:t> </a:t>
            </a:r>
            <a:r>
              <a:rPr dirty="0"/>
              <a:t>Intelligence</a:t>
            </a:r>
            <a:r>
              <a:rPr spc="-45" dirty="0"/>
              <a:t> </a:t>
            </a:r>
            <a:r>
              <a:rPr spc="-465" dirty="0"/>
              <a:t>|</a:t>
            </a:r>
            <a:r>
              <a:rPr spc="-45" dirty="0"/>
              <a:t> </a:t>
            </a:r>
            <a:r>
              <a:rPr lang="en-US" spc="-45" dirty="0"/>
              <a:t>Application Development - 1</a:t>
            </a:r>
            <a:r>
              <a:rPr spc="-45" dirty="0"/>
              <a:t> </a:t>
            </a:r>
            <a:r>
              <a:rPr spc="-465" dirty="0"/>
              <a:t>|</a:t>
            </a:r>
            <a:r>
              <a:rPr spc="-45" dirty="0"/>
              <a:t> </a:t>
            </a:r>
            <a:r>
              <a:rPr spc="-35" dirty="0" err="1"/>
              <a:t>B.Tech</a:t>
            </a:r>
            <a:r>
              <a:rPr spc="-40" dirty="0"/>
              <a:t> </a:t>
            </a:r>
            <a:r>
              <a:rPr dirty="0"/>
              <a:t>I</a:t>
            </a:r>
            <a:r>
              <a:rPr lang="en-US" dirty="0"/>
              <a:t>II</a:t>
            </a:r>
            <a:r>
              <a:rPr spc="-45" dirty="0"/>
              <a:t> </a:t>
            </a:r>
            <a:r>
              <a:rPr dirty="0"/>
              <a:t>Year</a:t>
            </a:r>
            <a:r>
              <a:rPr spc="-40" dirty="0"/>
              <a:t> </a:t>
            </a:r>
            <a:r>
              <a:rPr spc="295" dirty="0"/>
              <a:t>–</a:t>
            </a:r>
            <a:r>
              <a:rPr spc="-45" dirty="0"/>
              <a:t> </a:t>
            </a:r>
            <a:r>
              <a:rPr dirty="0"/>
              <a:t>I</a:t>
            </a:r>
            <a:r>
              <a:rPr spc="-45" dirty="0"/>
              <a:t> </a:t>
            </a:r>
            <a:r>
              <a:rPr spc="-25" dirty="0"/>
              <a:t>Sem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7307" y="443529"/>
            <a:ext cx="3373120" cy="706829"/>
          </a:xfrm>
          <a:prstGeom prst="rect">
            <a:avLst/>
          </a:prstGeom>
        </p:spPr>
        <p:txBody>
          <a:bodyPr vert="horz" wrap="square" lIns="0" tIns="151353" rIns="0" bIns="0" rtlCol="0">
            <a:spAutoFit/>
          </a:bodyPr>
          <a:lstStyle/>
          <a:p>
            <a:pPr marL="83820">
              <a:lnSpc>
                <a:spcPct val="100000"/>
              </a:lnSpc>
              <a:spcBef>
                <a:spcPts val="100"/>
              </a:spcBef>
            </a:pPr>
            <a:r>
              <a:rPr lang="en-US" spc="-10" dirty="0"/>
              <a:t>Introduction</a:t>
            </a:r>
            <a:endParaRPr dirty="0"/>
          </a:p>
        </p:txBody>
      </p:sp>
      <p:grpSp>
        <p:nvGrpSpPr>
          <p:cNvPr id="3" name="object 3"/>
          <p:cNvGrpSpPr/>
          <p:nvPr/>
        </p:nvGrpSpPr>
        <p:grpSpPr>
          <a:xfrm>
            <a:off x="0" y="0"/>
            <a:ext cx="9144000" cy="6656705"/>
            <a:chOff x="0" y="0"/>
            <a:chExt cx="9144000" cy="6656705"/>
          </a:xfrm>
        </p:grpSpPr>
        <p:sp>
          <p:nvSpPr>
            <p:cNvPr id="4" name="object 4"/>
            <p:cNvSpPr/>
            <p:nvPr/>
          </p:nvSpPr>
          <p:spPr>
            <a:xfrm>
              <a:off x="142843" y="214289"/>
              <a:ext cx="8858885" cy="6430010"/>
            </a:xfrm>
            <a:custGeom>
              <a:avLst/>
              <a:gdLst/>
              <a:ahLst/>
              <a:cxnLst/>
              <a:rect l="l" t="t" r="r" b="b"/>
              <a:pathLst>
                <a:path w="8858885" h="6430009">
                  <a:moveTo>
                    <a:pt x="0" y="0"/>
                  </a:moveTo>
                  <a:lnTo>
                    <a:pt x="8858312" y="0"/>
                  </a:lnTo>
                  <a:lnTo>
                    <a:pt x="8858312" y="6429419"/>
                  </a:lnTo>
                  <a:lnTo>
                    <a:pt x="0" y="6429419"/>
                  </a:lnTo>
                  <a:lnTo>
                    <a:pt x="0" y="0"/>
                  </a:lnTo>
                  <a:close/>
                </a:path>
              </a:pathLst>
            </a:custGeom>
            <a:ln w="25399">
              <a:solidFill>
                <a:srgbClr val="385E88"/>
              </a:solidFill>
            </a:ln>
          </p:spPr>
          <p:txBody>
            <a:bodyPr wrap="square" lIns="0" tIns="0" rIns="0" bIns="0" rtlCol="0"/>
            <a:lstStyle/>
            <a:p>
              <a:endParaRPr/>
            </a:p>
          </p:txBody>
        </p:sp>
        <p:sp>
          <p:nvSpPr>
            <p:cNvPr id="5" name="object 5"/>
            <p:cNvSpPr/>
            <p:nvPr/>
          </p:nvSpPr>
          <p:spPr>
            <a:xfrm>
              <a:off x="0" y="0"/>
              <a:ext cx="9144000" cy="179070"/>
            </a:xfrm>
            <a:custGeom>
              <a:avLst/>
              <a:gdLst/>
              <a:ahLst/>
              <a:cxnLst/>
              <a:rect l="l" t="t" r="r" b="b"/>
              <a:pathLst>
                <a:path w="9144000" h="179070">
                  <a:moveTo>
                    <a:pt x="9143999" y="178827"/>
                  </a:moveTo>
                  <a:lnTo>
                    <a:pt x="0" y="178827"/>
                  </a:lnTo>
                  <a:lnTo>
                    <a:pt x="0" y="0"/>
                  </a:lnTo>
                  <a:lnTo>
                    <a:pt x="9143999" y="0"/>
                  </a:lnTo>
                  <a:lnTo>
                    <a:pt x="9143999" y="178827"/>
                  </a:lnTo>
                  <a:close/>
                </a:path>
              </a:pathLst>
            </a:custGeom>
            <a:solidFill>
              <a:srgbClr val="00B0F0"/>
            </a:solidFill>
          </p:spPr>
          <p:txBody>
            <a:bodyPr wrap="square" lIns="0" tIns="0" rIns="0" bIns="0" rtlCol="0"/>
            <a:lstStyle/>
            <a:p>
              <a:endParaRPr/>
            </a:p>
          </p:txBody>
        </p:sp>
        <p:pic>
          <p:nvPicPr>
            <p:cNvPr id="6" name="object 6"/>
            <p:cNvPicPr/>
            <p:nvPr/>
          </p:nvPicPr>
          <p:blipFill>
            <a:blip r:embed="rId2" cstate="print"/>
            <a:stretch>
              <a:fillRect/>
            </a:stretch>
          </p:blipFill>
          <p:spPr>
            <a:xfrm>
              <a:off x="7924590" y="285728"/>
              <a:ext cx="996639" cy="995635"/>
            </a:xfrm>
            <a:prstGeom prst="rect">
              <a:avLst/>
            </a:prstGeom>
          </p:spPr>
        </p:pic>
      </p:grpSp>
      <p:sp>
        <p:nvSpPr>
          <p:cNvPr id="8" name="object 8"/>
          <p:cNvSpPr/>
          <p:nvPr/>
        </p:nvSpPr>
        <p:spPr>
          <a:xfrm>
            <a:off x="0" y="6679172"/>
            <a:ext cx="9144000" cy="179070"/>
          </a:xfrm>
          <a:custGeom>
            <a:avLst/>
            <a:gdLst/>
            <a:ahLst/>
            <a:cxnLst/>
            <a:rect l="l" t="t" r="r" b="b"/>
            <a:pathLst>
              <a:path w="9144000" h="179070">
                <a:moveTo>
                  <a:pt x="9143999" y="178799"/>
                </a:moveTo>
                <a:lnTo>
                  <a:pt x="0" y="178799"/>
                </a:lnTo>
                <a:lnTo>
                  <a:pt x="0" y="0"/>
                </a:lnTo>
                <a:lnTo>
                  <a:pt x="9143999" y="0"/>
                </a:lnTo>
                <a:lnTo>
                  <a:pt x="9143999" y="178799"/>
                </a:lnTo>
                <a:close/>
              </a:path>
            </a:pathLst>
          </a:custGeom>
          <a:solidFill>
            <a:srgbClr val="00B0F0"/>
          </a:solidFill>
        </p:spPr>
        <p:txBody>
          <a:bodyPr wrap="square" lIns="0" tIns="0" rIns="0" bIns="0" rtlCol="0"/>
          <a:lstStyle/>
          <a:p>
            <a:endParaRPr/>
          </a:p>
        </p:txBody>
      </p:sp>
      <p:sp>
        <p:nvSpPr>
          <p:cNvPr id="12" name="object 9">
            <a:extLst>
              <a:ext uri="{FF2B5EF4-FFF2-40B4-BE49-F238E27FC236}">
                <a16:creationId xmlns:a16="http://schemas.microsoft.com/office/drawing/2014/main" id="{657FBEA7-CB34-CF32-2705-5C15DED575CC}"/>
              </a:ext>
            </a:extLst>
          </p:cNvPr>
          <p:cNvSpPr txBox="1">
            <a:spLocks noGrp="1"/>
          </p:cNvSpPr>
          <p:nvPr>
            <p:ph type="dt" sz="half" idx="6"/>
          </p:nvPr>
        </p:nvSpPr>
        <p:spPr>
          <a:xfrm>
            <a:off x="635152" y="6679172"/>
            <a:ext cx="8087328" cy="205184"/>
          </a:xfrm>
          <a:prstGeom prst="rect">
            <a:avLst/>
          </a:prstGeom>
        </p:spPr>
        <p:txBody>
          <a:bodyPr vert="horz" wrap="square" lIns="0" tIns="0" rIns="0" bIns="0" rtlCol="0">
            <a:spAutoFit/>
          </a:bodyPr>
          <a:lstStyle/>
          <a:p>
            <a:pPr>
              <a:lnSpc>
                <a:spcPts val="1590"/>
              </a:lnSpc>
            </a:pPr>
            <a:r>
              <a:rPr dirty="0"/>
              <a:t>Department</a:t>
            </a:r>
            <a:r>
              <a:rPr spc="-45" dirty="0"/>
              <a:t> </a:t>
            </a:r>
            <a:r>
              <a:rPr dirty="0"/>
              <a:t>of</a:t>
            </a:r>
            <a:r>
              <a:rPr spc="-45" dirty="0"/>
              <a:t> </a:t>
            </a:r>
            <a:r>
              <a:rPr dirty="0"/>
              <a:t>Computational</a:t>
            </a:r>
            <a:r>
              <a:rPr spc="-40" dirty="0"/>
              <a:t> </a:t>
            </a:r>
            <a:r>
              <a:rPr dirty="0"/>
              <a:t>Intelligence</a:t>
            </a:r>
            <a:r>
              <a:rPr spc="-45" dirty="0"/>
              <a:t> </a:t>
            </a:r>
            <a:r>
              <a:rPr spc="-465" dirty="0"/>
              <a:t>|</a:t>
            </a:r>
            <a:r>
              <a:rPr spc="-45" dirty="0"/>
              <a:t> </a:t>
            </a:r>
            <a:r>
              <a:rPr lang="en-US" spc="-45" dirty="0"/>
              <a:t>Application Development - 1</a:t>
            </a:r>
            <a:r>
              <a:rPr spc="-45" dirty="0"/>
              <a:t> </a:t>
            </a:r>
            <a:r>
              <a:rPr spc="-465" dirty="0"/>
              <a:t>|</a:t>
            </a:r>
            <a:r>
              <a:rPr spc="-45" dirty="0"/>
              <a:t> </a:t>
            </a:r>
            <a:r>
              <a:rPr spc="-35" dirty="0" err="1"/>
              <a:t>B.Tech</a:t>
            </a:r>
            <a:r>
              <a:rPr spc="-40" dirty="0"/>
              <a:t> </a:t>
            </a:r>
            <a:r>
              <a:rPr dirty="0"/>
              <a:t>I</a:t>
            </a:r>
            <a:r>
              <a:rPr lang="en-US" dirty="0"/>
              <a:t>II</a:t>
            </a:r>
            <a:r>
              <a:rPr spc="-45" dirty="0"/>
              <a:t> </a:t>
            </a:r>
            <a:r>
              <a:rPr dirty="0"/>
              <a:t>Year</a:t>
            </a:r>
            <a:r>
              <a:rPr spc="-40" dirty="0"/>
              <a:t> </a:t>
            </a:r>
            <a:r>
              <a:rPr spc="295" dirty="0"/>
              <a:t>–</a:t>
            </a:r>
            <a:r>
              <a:rPr spc="-45" dirty="0"/>
              <a:t> </a:t>
            </a:r>
            <a:r>
              <a:rPr dirty="0"/>
              <a:t>I</a:t>
            </a:r>
            <a:r>
              <a:rPr spc="-45" dirty="0"/>
              <a:t> </a:t>
            </a:r>
            <a:r>
              <a:rPr spc="-25" dirty="0"/>
              <a:t>Sem</a:t>
            </a:r>
          </a:p>
        </p:txBody>
      </p:sp>
      <p:sp>
        <p:nvSpPr>
          <p:cNvPr id="13" name="TextBox 12">
            <a:extLst>
              <a:ext uri="{FF2B5EF4-FFF2-40B4-BE49-F238E27FC236}">
                <a16:creationId xmlns:a16="http://schemas.microsoft.com/office/drawing/2014/main" id="{8601816B-53B1-F5E6-832A-C5A4936509B0}"/>
              </a:ext>
            </a:extLst>
          </p:cNvPr>
          <p:cNvSpPr txBox="1"/>
          <p:nvPr/>
        </p:nvSpPr>
        <p:spPr>
          <a:xfrm>
            <a:off x="434568" y="961688"/>
            <a:ext cx="8001000" cy="4051815"/>
          </a:xfrm>
          <a:prstGeom prst="rect">
            <a:avLst/>
          </a:prstGeom>
          <a:noFill/>
        </p:spPr>
        <p:txBody>
          <a:bodyPr wrap="square" rtlCol="0">
            <a:spAutoFit/>
          </a:bodyPr>
          <a:lstStyle/>
          <a:p>
            <a:pPr algn="just">
              <a:lnSpc>
                <a:spcPct val="150000"/>
              </a:lnSpc>
            </a:pPr>
            <a:r>
              <a:rPr lang="en-GB" sz="1600" dirty="0"/>
              <a:t>
</a:t>
            </a:r>
            <a:r>
              <a:rPr lang="en-GB" sz="1800" dirty="0"/>
              <a:t>
           </a:t>
            </a:r>
            <a:r>
              <a:rPr lang="en-GB" sz="2000" dirty="0"/>
              <a:t>The rapid proliferation of AI language models has exposed critical security vulnerabilities through prompt injection and jailbreaking attacks. Malicious actors craft specialized prompts that bypass safety protocols, potentially extracting sensitive information or manipulating system behaviour. Existing solutions rely heavily on black-box commercial APIs or simplistic keyword filters, lacking transparency, customization, and novel attack detection capabilities. </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666AF-D8A9-EAF7-44F9-0A9000D529A7}"/>
              </a:ext>
            </a:extLst>
          </p:cNvPr>
          <p:cNvSpPr>
            <a:spLocks noGrp="1"/>
          </p:cNvSpPr>
          <p:nvPr>
            <p:ph type="title"/>
          </p:nvPr>
        </p:nvSpPr>
        <p:spPr>
          <a:xfrm>
            <a:off x="287307" y="443529"/>
            <a:ext cx="3373120" cy="553998"/>
          </a:xfrm>
        </p:spPr>
        <p:txBody>
          <a:bodyPr/>
          <a:lstStyle/>
          <a:p>
            <a:r>
              <a:rPr lang="en-US" dirty="0"/>
              <a:t>Solution</a:t>
            </a:r>
            <a:endParaRPr lang="en-IN" dirty="0"/>
          </a:p>
        </p:txBody>
      </p:sp>
      <p:sp>
        <p:nvSpPr>
          <p:cNvPr id="3" name="Text Placeholder 2">
            <a:extLst>
              <a:ext uri="{FF2B5EF4-FFF2-40B4-BE49-F238E27FC236}">
                <a16:creationId xmlns:a16="http://schemas.microsoft.com/office/drawing/2014/main" id="{83B67BD2-30FA-F40E-4609-17EDB127F28B}"/>
              </a:ext>
            </a:extLst>
          </p:cNvPr>
          <p:cNvSpPr>
            <a:spLocks noGrp="1"/>
          </p:cNvSpPr>
          <p:nvPr>
            <p:ph type="body" idx="1"/>
          </p:nvPr>
        </p:nvSpPr>
        <p:spPr>
          <a:xfrm>
            <a:off x="712839" y="1981200"/>
            <a:ext cx="7640320" cy="3174652"/>
          </a:xfrm>
        </p:spPr>
        <p:txBody>
          <a:bodyPr/>
          <a:lstStyle/>
          <a:p>
            <a:pPr algn="just">
              <a:lnSpc>
                <a:spcPct val="150000"/>
              </a:lnSpc>
            </a:pPr>
            <a:r>
              <a:rPr lang="en-GB" sz="2000" dirty="0"/>
              <a:t>Our project, “ LLM Safety Evaluator,” addresses these limitations by developing a hybrid machine learning system that combines supervised classification with anomaly detection to identify and mitigate malicious prompts in real-time. This self-hosted solution offers confidence-based scoring, and continuous learning for enterprise-grade AI security without external dependencies.</a:t>
            </a:r>
            <a:endParaRPr lang="en-US" sz="2000" dirty="0"/>
          </a:p>
          <a:p>
            <a:pPr>
              <a:lnSpc>
                <a:spcPct val="150000"/>
              </a:lnSpc>
            </a:pPr>
            <a:endParaRPr lang="en-IN" sz="2000" dirty="0"/>
          </a:p>
        </p:txBody>
      </p:sp>
      <p:grpSp>
        <p:nvGrpSpPr>
          <p:cNvPr id="4" name="object 3">
            <a:extLst>
              <a:ext uri="{FF2B5EF4-FFF2-40B4-BE49-F238E27FC236}">
                <a16:creationId xmlns:a16="http://schemas.microsoft.com/office/drawing/2014/main" id="{5B4F1405-AA92-A06B-ADCC-80392F74BDC9}"/>
              </a:ext>
            </a:extLst>
          </p:cNvPr>
          <p:cNvGrpSpPr/>
          <p:nvPr/>
        </p:nvGrpSpPr>
        <p:grpSpPr>
          <a:xfrm>
            <a:off x="0" y="50239"/>
            <a:ext cx="9144000" cy="6858000"/>
            <a:chOff x="0" y="0"/>
            <a:chExt cx="9144000" cy="6858000"/>
          </a:xfrm>
        </p:grpSpPr>
        <p:sp>
          <p:nvSpPr>
            <p:cNvPr id="5" name="object 4">
              <a:extLst>
                <a:ext uri="{FF2B5EF4-FFF2-40B4-BE49-F238E27FC236}">
                  <a16:creationId xmlns:a16="http://schemas.microsoft.com/office/drawing/2014/main" id="{533F8847-226F-230B-0F5D-C2CD2BC1B6AD}"/>
                </a:ext>
              </a:extLst>
            </p:cNvPr>
            <p:cNvSpPr/>
            <p:nvPr/>
          </p:nvSpPr>
          <p:spPr>
            <a:xfrm>
              <a:off x="142843" y="214289"/>
              <a:ext cx="8858885" cy="6430010"/>
            </a:xfrm>
            <a:custGeom>
              <a:avLst/>
              <a:gdLst/>
              <a:ahLst/>
              <a:cxnLst/>
              <a:rect l="l" t="t" r="r" b="b"/>
              <a:pathLst>
                <a:path w="8858885" h="6430009">
                  <a:moveTo>
                    <a:pt x="0" y="0"/>
                  </a:moveTo>
                  <a:lnTo>
                    <a:pt x="8858312" y="0"/>
                  </a:lnTo>
                  <a:lnTo>
                    <a:pt x="8858312" y="6429419"/>
                  </a:lnTo>
                  <a:lnTo>
                    <a:pt x="0" y="6429419"/>
                  </a:lnTo>
                  <a:lnTo>
                    <a:pt x="0" y="0"/>
                  </a:lnTo>
                  <a:close/>
                </a:path>
              </a:pathLst>
            </a:custGeom>
            <a:ln w="25399">
              <a:solidFill>
                <a:srgbClr val="385E88"/>
              </a:solidFill>
            </a:ln>
          </p:spPr>
          <p:txBody>
            <a:bodyPr wrap="square" lIns="0" tIns="0" rIns="0" bIns="0" rtlCol="0"/>
            <a:lstStyle/>
            <a:p>
              <a:endParaRPr/>
            </a:p>
          </p:txBody>
        </p:sp>
        <p:sp>
          <p:nvSpPr>
            <p:cNvPr id="6" name="object 5">
              <a:extLst>
                <a:ext uri="{FF2B5EF4-FFF2-40B4-BE49-F238E27FC236}">
                  <a16:creationId xmlns:a16="http://schemas.microsoft.com/office/drawing/2014/main" id="{4E785747-9AA7-B8D4-654E-24B0886EB9CA}"/>
                </a:ext>
              </a:extLst>
            </p:cNvPr>
            <p:cNvSpPr/>
            <p:nvPr/>
          </p:nvSpPr>
          <p:spPr>
            <a:xfrm>
              <a:off x="0" y="0"/>
              <a:ext cx="9144000" cy="6858000"/>
            </a:xfrm>
            <a:custGeom>
              <a:avLst/>
              <a:gdLst/>
              <a:ahLst/>
              <a:cxnLst/>
              <a:rect l="l" t="t" r="r" b="b"/>
              <a:pathLst>
                <a:path w="9144000" h="6858000">
                  <a:moveTo>
                    <a:pt x="9144000" y="6679184"/>
                  </a:moveTo>
                  <a:lnTo>
                    <a:pt x="0" y="6679184"/>
                  </a:lnTo>
                  <a:lnTo>
                    <a:pt x="0" y="6858000"/>
                  </a:lnTo>
                  <a:lnTo>
                    <a:pt x="9144000" y="6858000"/>
                  </a:lnTo>
                  <a:lnTo>
                    <a:pt x="9144000" y="6679184"/>
                  </a:lnTo>
                  <a:close/>
                </a:path>
                <a:path w="9144000" h="6858000">
                  <a:moveTo>
                    <a:pt x="9144000" y="0"/>
                  </a:moveTo>
                  <a:lnTo>
                    <a:pt x="0" y="0"/>
                  </a:lnTo>
                  <a:lnTo>
                    <a:pt x="0" y="178828"/>
                  </a:lnTo>
                  <a:lnTo>
                    <a:pt x="9144000" y="178828"/>
                  </a:lnTo>
                  <a:lnTo>
                    <a:pt x="9144000" y="0"/>
                  </a:lnTo>
                  <a:close/>
                </a:path>
              </a:pathLst>
            </a:custGeom>
            <a:solidFill>
              <a:srgbClr val="00B0F0"/>
            </a:solidFill>
          </p:spPr>
          <p:txBody>
            <a:bodyPr wrap="square" lIns="0" tIns="0" rIns="0" bIns="0" rtlCol="0"/>
            <a:lstStyle/>
            <a:p>
              <a:endParaRPr/>
            </a:p>
          </p:txBody>
        </p:sp>
        <p:pic>
          <p:nvPicPr>
            <p:cNvPr id="7" name="object 6">
              <a:extLst>
                <a:ext uri="{FF2B5EF4-FFF2-40B4-BE49-F238E27FC236}">
                  <a16:creationId xmlns:a16="http://schemas.microsoft.com/office/drawing/2014/main" id="{19A4CDFD-91FA-DDAA-D6F4-083C5AD0ACEF}"/>
                </a:ext>
              </a:extLst>
            </p:cNvPr>
            <p:cNvPicPr/>
            <p:nvPr/>
          </p:nvPicPr>
          <p:blipFill>
            <a:blip r:embed="rId2" cstate="print"/>
            <a:stretch>
              <a:fillRect/>
            </a:stretch>
          </p:blipFill>
          <p:spPr>
            <a:xfrm>
              <a:off x="7924590" y="285728"/>
              <a:ext cx="996639" cy="995635"/>
            </a:xfrm>
            <a:prstGeom prst="rect">
              <a:avLst/>
            </a:prstGeom>
          </p:spPr>
        </p:pic>
      </p:grpSp>
      <p:sp>
        <p:nvSpPr>
          <p:cNvPr id="8" name="object 9">
            <a:extLst>
              <a:ext uri="{FF2B5EF4-FFF2-40B4-BE49-F238E27FC236}">
                <a16:creationId xmlns:a16="http://schemas.microsoft.com/office/drawing/2014/main" id="{8D4C400A-5DF0-87D4-8C45-494245CBCEB7}"/>
              </a:ext>
            </a:extLst>
          </p:cNvPr>
          <p:cNvSpPr txBox="1">
            <a:spLocks noGrp="1"/>
          </p:cNvSpPr>
          <p:nvPr>
            <p:ph type="dt" sz="half" idx="6"/>
          </p:nvPr>
        </p:nvSpPr>
        <p:spPr>
          <a:xfrm>
            <a:off x="685800" y="6703055"/>
            <a:ext cx="8087328" cy="205184"/>
          </a:xfrm>
          <a:prstGeom prst="rect">
            <a:avLst/>
          </a:prstGeom>
        </p:spPr>
        <p:txBody>
          <a:bodyPr vert="horz" wrap="square" lIns="0" tIns="0" rIns="0" bIns="0" rtlCol="0">
            <a:spAutoFit/>
          </a:bodyPr>
          <a:lstStyle/>
          <a:p>
            <a:pPr>
              <a:lnSpc>
                <a:spcPts val="1590"/>
              </a:lnSpc>
            </a:pPr>
            <a:r>
              <a:rPr dirty="0"/>
              <a:t>Department</a:t>
            </a:r>
            <a:r>
              <a:rPr spc="-45" dirty="0"/>
              <a:t> </a:t>
            </a:r>
            <a:r>
              <a:rPr dirty="0"/>
              <a:t>of</a:t>
            </a:r>
            <a:r>
              <a:rPr spc="-45" dirty="0"/>
              <a:t> </a:t>
            </a:r>
            <a:r>
              <a:rPr dirty="0"/>
              <a:t>Computational</a:t>
            </a:r>
            <a:r>
              <a:rPr spc="-40" dirty="0"/>
              <a:t> </a:t>
            </a:r>
            <a:r>
              <a:rPr dirty="0"/>
              <a:t>Intelligence</a:t>
            </a:r>
            <a:r>
              <a:rPr spc="-45" dirty="0"/>
              <a:t> </a:t>
            </a:r>
            <a:r>
              <a:rPr spc="-465" dirty="0"/>
              <a:t>|</a:t>
            </a:r>
            <a:r>
              <a:rPr spc="-45" dirty="0"/>
              <a:t> </a:t>
            </a:r>
            <a:r>
              <a:rPr lang="en-US" spc="-45" dirty="0"/>
              <a:t>Application Development - 1</a:t>
            </a:r>
            <a:r>
              <a:rPr spc="-45" dirty="0"/>
              <a:t> </a:t>
            </a:r>
            <a:r>
              <a:rPr spc="-465" dirty="0"/>
              <a:t>|</a:t>
            </a:r>
            <a:r>
              <a:rPr spc="-45" dirty="0"/>
              <a:t> </a:t>
            </a:r>
            <a:r>
              <a:rPr spc="-35" dirty="0" err="1"/>
              <a:t>B.Tech</a:t>
            </a:r>
            <a:r>
              <a:rPr spc="-40" dirty="0"/>
              <a:t> </a:t>
            </a:r>
            <a:r>
              <a:rPr dirty="0"/>
              <a:t>I</a:t>
            </a:r>
            <a:r>
              <a:rPr lang="en-US" dirty="0"/>
              <a:t>II</a:t>
            </a:r>
            <a:r>
              <a:rPr spc="-45" dirty="0"/>
              <a:t> </a:t>
            </a:r>
            <a:r>
              <a:rPr dirty="0"/>
              <a:t>Year</a:t>
            </a:r>
            <a:r>
              <a:rPr spc="-40" dirty="0"/>
              <a:t> </a:t>
            </a:r>
            <a:r>
              <a:rPr spc="295" dirty="0"/>
              <a:t>–</a:t>
            </a:r>
            <a:r>
              <a:rPr spc="-45" dirty="0"/>
              <a:t> </a:t>
            </a:r>
            <a:r>
              <a:rPr dirty="0"/>
              <a:t>I</a:t>
            </a:r>
            <a:r>
              <a:rPr spc="-45" dirty="0"/>
              <a:t> </a:t>
            </a:r>
            <a:r>
              <a:rPr spc="-25" dirty="0"/>
              <a:t>Sem</a:t>
            </a:r>
          </a:p>
        </p:txBody>
      </p:sp>
    </p:spTree>
    <p:extLst>
      <p:ext uri="{BB962C8B-B14F-4D97-AF65-F5344CB8AC3E}">
        <p14:creationId xmlns:p14="http://schemas.microsoft.com/office/powerpoint/2010/main" val="17130846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8581443-CAFE-E320-0069-1731104C60B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38D9DF1-DB59-4234-627C-E28BEDC23951}"/>
              </a:ext>
            </a:extLst>
          </p:cNvPr>
          <p:cNvSpPr txBox="1">
            <a:spLocks noGrp="1"/>
          </p:cNvSpPr>
          <p:nvPr>
            <p:ph type="title"/>
          </p:nvPr>
        </p:nvSpPr>
        <p:spPr>
          <a:xfrm>
            <a:off x="287307" y="443529"/>
            <a:ext cx="3373120" cy="645274"/>
          </a:xfrm>
          <a:prstGeom prst="rect">
            <a:avLst/>
          </a:prstGeom>
        </p:spPr>
        <p:txBody>
          <a:bodyPr vert="horz" wrap="square" lIns="0" tIns="151353" rIns="0" bIns="0" rtlCol="0">
            <a:spAutoFit/>
          </a:bodyPr>
          <a:lstStyle/>
          <a:p>
            <a:pPr marL="83820">
              <a:lnSpc>
                <a:spcPct val="100000"/>
              </a:lnSpc>
              <a:spcBef>
                <a:spcPts val="100"/>
              </a:spcBef>
            </a:pPr>
            <a:r>
              <a:rPr sz="3200" spc="-10" dirty="0"/>
              <a:t>Abstract</a:t>
            </a:r>
            <a:endParaRPr sz="3200" dirty="0"/>
          </a:p>
        </p:txBody>
      </p:sp>
      <p:grpSp>
        <p:nvGrpSpPr>
          <p:cNvPr id="3" name="object 3">
            <a:extLst>
              <a:ext uri="{FF2B5EF4-FFF2-40B4-BE49-F238E27FC236}">
                <a16:creationId xmlns:a16="http://schemas.microsoft.com/office/drawing/2014/main" id="{B9705197-B09E-7A8E-CBD1-A97185C5C699}"/>
              </a:ext>
            </a:extLst>
          </p:cNvPr>
          <p:cNvGrpSpPr/>
          <p:nvPr/>
        </p:nvGrpSpPr>
        <p:grpSpPr>
          <a:xfrm>
            <a:off x="0" y="0"/>
            <a:ext cx="9144000" cy="6656705"/>
            <a:chOff x="0" y="0"/>
            <a:chExt cx="9144000" cy="6656705"/>
          </a:xfrm>
        </p:grpSpPr>
        <p:sp>
          <p:nvSpPr>
            <p:cNvPr id="4" name="object 4">
              <a:extLst>
                <a:ext uri="{FF2B5EF4-FFF2-40B4-BE49-F238E27FC236}">
                  <a16:creationId xmlns:a16="http://schemas.microsoft.com/office/drawing/2014/main" id="{A73ECEA9-085B-079F-D82A-0B3D77580892}"/>
                </a:ext>
              </a:extLst>
            </p:cNvPr>
            <p:cNvSpPr/>
            <p:nvPr/>
          </p:nvSpPr>
          <p:spPr>
            <a:xfrm>
              <a:off x="142843" y="214289"/>
              <a:ext cx="8858885" cy="6430010"/>
            </a:xfrm>
            <a:custGeom>
              <a:avLst/>
              <a:gdLst/>
              <a:ahLst/>
              <a:cxnLst/>
              <a:rect l="l" t="t" r="r" b="b"/>
              <a:pathLst>
                <a:path w="8858885" h="6430009">
                  <a:moveTo>
                    <a:pt x="0" y="0"/>
                  </a:moveTo>
                  <a:lnTo>
                    <a:pt x="8858312" y="0"/>
                  </a:lnTo>
                  <a:lnTo>
                    <a:pt x="8858312" y="6429419"/>
                  </a:lnTo>
                  <a:lnTo>
                    <a:pt x="0" y="6429419"/>
                  </a:lnTo>
                  <a:lnTo>
                    <a:pt x="0" y="0"/>
                  </a:lnTo>
                  <a:close/>
                </a:path>
              </a:pathLst>
            </a:custGeom>
            <a:ln w="25399">
              <a:solidFill>
                <a:srgbClr val="385E88"/>
              </a:solidFill>
            </a:ln>
          </p:spPr>
          <p:txBody>
            <a:bodyPr wrap="square" lIns="0" tIns="0" rIns="0" bIns="0" rtlCol="0"/>
            <a:lstStyle/>
            <a:p>
              <a:endParaRPr/>
            </a:p>
          </p:txBody>
        </p:sp>
        <p:sp>
          <p:nvSpPr>
            <p:cNvPr id="5" name="object 5">
              <a:extLst>
                <a:ext uri="{FF2B5EF4-FFF2-40B4-BE49-F238E27FC236}">
                  <a16:creationId xmlns:a16="http://schemas.microsoft.com/office/drawing/2014/main" id="{1D4CED23-E352-DFB5-A195-7883A8FA4B23}"/>
                </a:ext>
              </a:extLst>
            </p:cNvPr>
            <p:cNvSpPr/>
            <p:nvPr/>
          </p:nvSpPr>
          <p:spPr>
            <a:xfrm>
              <a:off x="0" y="0"/>
              <a:ext cx="9144000" cy="179070"/>
            </a:xfrm>
            <a:custGeom>
              <a:avLst/>
              <a:gdLst/>
              <a:ahLst/>
              <a:cxnLst/>
              <a:rect l="l" t="t" r="r" b="b"/>
              <a:pathLst>
                <a:path w="9144000" h="179070">
                  <a:moveTo>
                    <a:pt x="9143999" y="178827"/>
                  </a:moveTo>
                  <a:lnTo>
                    <a:pt x="0" y="178827"/>
                  </a:lnTo>
                  <a:lnTo>
                    <a:pt x="0" y="0"/>
                  </a:lnTo>
                  <a:lnTo>
                    <a:pt x="9143999" y="0"/>
                  </a:lnTo>
                  <a:lnTo>
                    <a:pt x="9143999" y="178827"/>
                  </a:lnTo>
                  <a:close/>
                </a:path>
              </a:pathLst>
            </a:custGeom>
            <a:solidFill>
              <a:srgbClr val="00B0F0"/>
            </a:solidFill>
          </p:spPr>
          <p:txBody>
            <a:bodyPr wrap="square" lIns="0" tIns="0" rIns="0" bIns="0" rtlCol="0"/>
            <a:lstStyle/>
            <a:p>
              <a:endParaRPr/>
            </a:p>
          </p:txBody>
        </p:sp>
        <p:pic>
          <p:nvPicPr>
            <p:cNvPr id="6" name="object 6">
              <a:extLst>
                <a:ext uri="{FF2B5EF4-FFF2-40B4-BE49-F238E27FC236}">
                  <a16:creationId xmlns:a16="http://schemas.microsoft.com/office/drawing/2014/main" id="{E4A01172-F743-4FAA-AB9A-4C565BC98398}"/>
                </a:ext>
              </a:extLst>
            </p:cNvPr>
            <p:cNvPicPr/>
            <p:nvPr/>
          </p:nvPicPr>
          <p:blipFill>
            <a:blip r:embed="rId2" cstate="print"/>
            <a:stretch>
              <a:fillRect/>
            </a:stretch>
          </p:blipFill>
          <p:spPr>
            <a:xfrm>
              <a:off x="7924590" y="285728"/>
              <a:ext cx="996639" cy="995635"/>
            </a:xfrm>
            <a:prstGeom prst="rect">
              <a:avLst/>
            </a:prstGeom>
          </p:spPr>
        </p:pic>
      </p:grpSp>
      <p:sp>
        <p:nvSpPr>
          <p:cNvPr id="7" name="object 7">
            <a:extLst>
              <a:ext uri="{FF2B5EF4-FFF2-40B4-BE49-F238E27FC236}">
                <a16:creationId xmlns:a16="http://schemas.microsoft.com/office/drawing/2014/main" id="{08F2E594-D619-5163-3F44-088B8EE173B6}"/>
              </a:ext>
            </a:extLst>
          </p:cNvPr>
          <p:cNvSpPr txBox="1"/>
          <p:nvPr/>
        </p:nvSpPr>
        <p:spPr>
          <a:xfrm>
            <a:off x="526988" y="783545"/>
            <a:ext cx="8007411" cy="4937249"/>
          </a:xfrm>
          <a:prstGeom prst="rect">
            <a:avLst/>
          </a:prstGeom>
        </p:spPr>
        <p:txBody>
          <a:bodyPr vert="horz" wrap="square" lIns="0" tIns="12700" rIns="0" bIns="0" rtlCol="0">
            <a:spAutoFit/>
          </a:bodyPr>
          <a:lstStyle/>
          <a:p>
            <a:pPr algn="just"/>
            <a:r>
              <a:rPr lang="en-GB" sz="2000" dirty="0"/>
              <a:t>
           This project develops an advanced security system for detecting prompt injection and jailbreaking attacks against Large Language Models (LLMs) using a custom hybrid machine learning approach. Unlike API-dependent solutions, our self-contained system employs TF-IDF vectorization with n-gram features combined with a calibrated Random Forest classifier for supervised detection of known attack patterns and Isolation Forest for unsupervised anomaly detection of novel threats. Trained on a comprehensive dataset of normal, injection, and jailbreaking prompts, the system achieves high accuracy, precision, and recall while providing real-time classification with confidence scoring. The solution features transparent decision-making through explainable AI visualizations, including feature importance charts and confidence distributions, ensuring robust protection against evolving adversarial prompts without external dependencies.</a:t>
            </a:r>
            <a:endParaRPr lang="en-US" sz="2000" dirty="0"/>
          </a:p>
        </p:txBody>
      </p:sp>
      <p:sp>
        <p:nvSpPr>
          <p:cNvPr id="8" name="object 8">
            <a:extLst>
              <a:ext uri="{FF2B5EF4-FFF2-40B4-BE49-F238E27FC236}">
                <a16:creationId xmlns:a16="http://schemas.microsoft.com/office/drawing/2014/main" id="{1416EA6A-FF17-993D-563E-30F4F5CB4582}"/>
              </a:ext>
            </a:extLst>
          </p:cNvPr>
          <p:cNvSpPr/>
          <p:nvPr/>
        </p:nvSpPr>
        <p:spPr>
          <a:xfrm>
            <a:off x="0" y="6679172"/>
            <a:ext cx="9144000" cy="179070"/>
          </a:xfrm>
          <a:custGeom>
            <a:avLst/>
            <a:gdLst/>
            <a:ahLst/>
            <a:cxnLst/>
            <a:rect l="l" t="t" r="r" b="b"/>
            <a:pathLst>
              <a:path w="9144000" h="179070">
                <a:moveTo>
                  <a:pt x="9143999" y="178799"/>
                </a:moveTo>
                <a:lnTo>
                  <a:pt x="0" y="178799"/>
                </a:lnTo>
                <a:lnTo>
                  <a:pt x="0" y="0"/>
                </a:lnTo>
                <a:lnTo>
                  <a:pt x="9143999" y="0"/>
                </a:lnTo>
                <a:lnTo>
                  <a:pt x="9143999" y="178799"/>
                </a:lnTo>
                <a:close/>
              </a:path>
            </a:pathLst>
          </a:custGeom>
          <a:solidFill>
            <a:srgbClr val="00B0F0"/>
          </a:solidFill>
        </p:spPr>
        <p:txBody>
          <a:bodyPr wrap="square" lIns="0" tIns="0" rIns="0" bIns="0" rtlCol="0"/>
          <a:lstStyle/>
          <a:p>
            <a:endParaRPr/>
          </a:p>
        </p:txBody>
      </p:sp>
      <p:sp>
        <p:nvSpPr>
          <p:cNvPr id="12" name="object 9">
            <a:extLst>
              <a:ext uri="{FF2B5EF4-FFF2-40B4-BE49-F238E27FC236}">
                <a16:creationId xmlns:a16="http://schemas.microsoft.com/office/drawing/2014/main" id="{8DE50657-04B4-CAF9-DEAD-DF889CF0CB76}"/>
              </a:ext>
            </a:extLst>
          </p:cNvPr>
          <p:cNvSpPr txBox="1">
            <a:spLocks noGrp="1"/>
          </p:cNvSpPr>
          <p:nvPr>
            <p:ph type="dt" sz="half" idx="6"/>
          </p:nvPr>
        </p:nvSpPr>
        <p:spPr>
          <a:xfrm>
            <a:off x="635152" y="6679172"/>
            <a:ext cx="8087328" cy="205184"/>
          </a:xfrm>
          <a:prstGeom prst="rect">
            <a:avLst/>
          </a:prstGeom>
        </p:spPr>
        <p:txBody>
          <a:bodyPr vert="horz" wrap="square" lIns="0" tIns="0" rIns="0" bIns="0" rtlCol="0">
            <a:spAutoFit/>
          </a:bodyPr>
          <a:lstStyle/>
          <a:p>
            <a:pPr>
              <a:lnSpc>
                <a:spcPts val="1590"/>
              </a:lnSpc>
            </a:pPr>
            <a:r>
              <a:rPr dirty="0"/>
              <a:t>Department</a:t>
            </a:r>
            <a:r>
              <a:rPr spc="-45" dirty="0"/>
              <a:t> </a:t>
            </a:r>
            <a:r>
              <a:rPr dirty="0"/>
              <a:t>of</a:t>
            </a:r>
            <a:r>
              <a:rPr spc="-45" dirty="0"/>
              <a:t> </a:t>
            </a:r>
            <a:r>
              <a:rPr dirty="0"/>
              <a:t>Computational</a:t>
            </a:r>
            <a:r>
              <a:rPr spc="-40" dirty="0"/>
              <a:t> </a:t>
            </a:r>
            <a:r>
              <a:rPr dirty="0"/>
              <a:t>Intelligence</a:t>
            </a:r>
            <a:r>
              <a:rPr spc="-45" dirty="0"/>
              <a:t> </a:t>
            </a:r>
            <a:r>
              <a:rPr spc="-465" dirty="0"/>
              <a:t>|</a:t>
            </a:r>
            <a:r>
              <a:rPr spc="-45" dirty="0"/>
              <a:t> </a:t>
            </a:r>
            <a:r>
              <a:rPr lang="en-US" spc="-45" dirty="0"/>
              <a:t>Application Development - 1</a:t>
            </a:r>
            <a:r>
              <a:rPr spc="-45" dirty="0"/>
              <a:t> </a:t>
            </a:r>
            <a:r>
              <a:rPr spc="-465" dirty="0"/>
              <a:t>|</a:t>
            </a:r>
            <a:r>
              <a:rPr spc="-45" dirty="0"/>
              <a:t> </a:t>
            </a:r>
            <a:r>
              <a:rPr spc="-35" dirty="0" err="1"/>
              <a:t>B.Tech</a:t>
            </a:r>
            <a:r>
              <a:rPr spc="-40" dirty="0"/>
              <a:t> </a:t>
            </a:r>
            <a:r>
              <a:rPr dirty="0"/>
              <a:t>I</a:t>
            </a:r>
            <a:r>
              <a:rPr lang="en-US" dirty="0"/>
              <a:t>II</a:t>
            </a:r>
            <a:r>
              <a:rPr spc="-45" dirty="0"/>
              <a:t> </a:t>
            </a:r>
            <a:r>
              <a:rPr dirty="0"/>
              <a:t>Year</a:t>
            </a:r>
            <a:r>
              <a:rPr spc="-40" dirty="0"/>
              <a:t> </a:t>
            </a:r>
            <a:r>
              <a:rPr spc="295" dirty="0"/>
              <a:t>–</a:t>
            </a:r>
            <a:r>
              <a:rPr spc="-45" dirty="0"/>
              <a:t> </a:t>
            </a:r>
            <a:r>
              <a:rPr dirty="0"/>
              <a:t>I</a:t>
            </a:r>
            <a:r>
              <a:rPr spc="-45" dirty="0"/>
              <a:t> </a:t>
            </a:r>
            <a:r>
              <a:rPr spc="-25" dirty="0"/>
              <a:t>Sem</a:t>
            </a:r>
          </a:p>
        </p:txBody>
      </p:sp>
    </p:spTree>
    <p:extLst>
      <p:ext uri="{BB962C8B-B14F-4D97-AF65-F5344CB8AC3E}">
        <p14:creationId xmlns:p14="http://schemas.microsoft.com/office/powerpoint/2010/main" val="3566724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360574"/>
            <a:ext cx="5943600" cy="791820"/>
          </a:xfrm>
          <a:prstGeom prst="rect">
            <a:avLst/>
          </a:prstGeom>
        </p:spPr>
        <p:txBody>
          <a:bodyPr vert="horz" wrap="square" lIns="0" tIns="296482" rIns="0" bIns="0" rtlCol="0">
            <a:spAutoFit/>
          </a:bodyPr>
          <a:lstStyle/>
          <a:p>
            <a:pPr marL="12700">
              <a:lnSpc>
                <a:spcPct val="100000"/>
              </a:lnSpc>
              <a:spcBef>
                <a:spcPts val="100"/>
              </a:spcBef>
            </a:pPr>
            <a:r>
              <a:rPr sz="3200" spc="-10" dirty="0"/>
              <a:t>Requirements</a:t>
            </a:r>
            <a:r>
              <a:rPr lang="en-US" sz="3200" spc="-10" dirty="0"/>
              <a:t> Specification</a:t>
            </a:r>
            <a:endParaRPr sz="3200" dirty="0"/>
          </a:p>
        </p:txBody>
      </p:sp>
      <p:grpSp>
        <p:nvGrpSpPr>
          <p:cNvPr id="3" name="object 3"/>
          <p:cNvGrpSpPr/>
          <p:nvPr/>
        </p:nvGrpSpPr>
        <p:grpSpPr>
          <a:xfrm>
            <a:off x="0" y="0"/>
            <a:ext cx="9144000" cy="6656705"/>
            <a:chOff x="0" y="0"/>
            <a:chExt cx="9144000" cy="6656705"/>
          </a:xfrm>
        </p:grpSpPr>
        <p:sp>
          <p:nvSpPr>
            <p:cNvPr id="4" name="object 4"/>
            <p:cNvSpPr/>
            <p:nvPr/>
          </p:nvSpPr>
          <p:spPr>
            <a:xfrm>
              <a:off x="142843" y="214289"/>
              <a:ext cx="8858885" cy="6430010"/>
            </a:xfrm>
            <a:custGeom>
              <a:avLst/>
              <a:gdLst/>
              <a:ahLst/>
              <a:cxnLst/>
              <a:rect l="l" t="t" r="r" b="b"/>
              <a:pathLst>
                <a:path w="8858885" h="6430009">
                  <a:moveTo>
                    <a:pt x="0" y="0"/>
                  </a:moveTo>
                  <a:lnTo>
                    <a:pt x="8858312" y="0"/>
                  </a:lnTo>
                  <a:lnTo>
                    <a:pt x="8858312" y="6429419"/>
                  </a:lnTo>
                  <a:lnTo>
                    <a:pt x="0" y="6429419"/>
                  </a:lnTo>
                  <a:lnTo>
                    <a:pt x="0" y="0"/>
                  </a:lnTo>
                  <a:close/>
                </a:path>
              </a:pathLst>
            </a:custGeom>
            <a:ln w="25399">
              <a:solidFill>
                <a:srgbClr val="385E88"/>
              </a:solidFill>
            </a:ln>
          </p:spPr>
          <p:txBody>
            <a:bodyPr wrap="square" lIns="0" tIns="0" rIns="0" bIns="0" rtlCol="0"/>
            <a:lstStyle/>
            <a:p>
              <a:endParaRPr/>
            </a:p>
          </p:txBody>
        </p:sp>
        <p:sp>
          <p:nvSpPr>
            <p:cNvPr id="5" name="object 5"/>
            <p:cNvSpPr/>
            <p:nvPr/>
          </p:nvSpPr>
          <p:spPr>
            <a:xfrm>
              <a:off x="0" y="0"/>
              <a:ext cx="9144000" cy="179070"/>
            </a:xfrm>
            <a:custGeom>
              <a:avLst/>
              <a:gdLst/>
              <a:ahLst/>
              <a:cxnLst/>
              <a:rect l="l" t="t" r="r" b="b"/>
              <a:pathLst>
                <a:path w="9144000" h="179070">
                  <a:moveTo>
                    <a:pt x="9143999" y="178827"/>
                  </a:moveTo>
                  <a:lnTo>
                    <a:pt x="0" y="178827"/>
                  </a:lnTo>
                  <a:lnTo>
                    <a:pt x="0" y="0"/>
                  </a:lnTo>
                  <a:lnTo>
                    <a:pt x="9143999" y="0"/>
                  </a:lnTo>
                  <a:lnTo>
                    <a:pt x="9143999" y="178827"/>
                  </a:lnTo>
                  <a:close/>
                </a:path>
              </a:pathLst>
            </a:custGeom>
            <a:solidFill>
              <a:srgbClr val="00B0F0"/>
            </a:solidFill>
          </p:spPr>
          <p:txBody>
            <a:bodyPr wrap="square" lIns="0" tIns="0" rIns="0" bIns="0" rtlCol="0"/>
            <a:lstStyle/>
            <a:p>
              <a:endParaRPr/>
            </a:p>
          </p:txBody>
        </p:sp>
        <p:pic>
          <p:nvPicPr>
            <p:cNvPr id="6" name="object 6"/>
            <p:cNvPicPr/>
            <p:nvPr/>
          </p:nvPicPr>
          <p:blipFill>
            <a:blip r:embed="rId3" cstate="print"/>
            <a:stretch>
              <a:fillRect/>
            </a:stretch>
          </p:blipFill>
          <p:spPr>
            <a:xfrm>
              <a:off x="7924590" y="285728"/>
              <a:ext cx="996639" cy="995635"/>
            </a:xfrm>
            <a:prstGeom prst="rect">
              <a:avLst/>
            </a:prstGeom>
          </p:spPr>
        </p:pic>
      </p:grpSp>
      <p:sp>
        <p:nvSpPr>
          <p:cNvPr id="7" name="object 7"/>
          <p:cNvSpPr txBox="1"/>
          <p:nvPr/>
        </p:nvSpPr>
        <p:spPr>
          <a:xfrm>
            <a:off x="533190" y="1176036"/>
            <a:ext cx="7391400" cy="4444807"/>
          </a:xfrm>
          <a:prstGeom prst="rect">
            <a:avLst/>
          </a:prstGeom>
        </p:spPr>
        <p:txBody>
          <a:bodyPr vert="horz" wrap="square" lIns="0" tIns="12700" rIns="0" bIns="0" rtlCol="0">
            <a:spAutoFit/>
          </a:bodyPr>
          <a:lstStyle/>
          <a:p>
            <a:pPr algn="l">
              <a:buSzPct val="100000"/>
            </a:pPr>
            <a:r>
              <a:rPr lang="en-GB" sz="2400" b="1" dirty="0">
                <a:solidFill>
                  <a:srgbClr val="2C2926"/>
                </a:solidFill>
                <a:latin typeface="Inter" pitchFamily="34" charset="0"/>
                <a:ea typeface="Inter" pitchFamily="34" charset="-122"/>
                <a:cs typeface="Inter" pitchFamily="34" charset="-120"/>
              </a:rPr>
              <a:t>Software Requirements:</a:t>
            </a:r>
          </a:p>
          <a:p>
            <a:pPr algn="l">
              <a:buSzPct val="100000"/>
            </a:pPr>
            <a:r>
              <a:rPr lang="en-GB" sz="2400" b="1" dirty="0">
                <a:solidFill>
                  <a:srgbClr val="2C2926"/>
                </a:solidFill>
                <a:latin typeface="Inter" pitchFamily="34" charset="0"/>
                <a:ea typeface="Inter" pitchFamily="34" charset="-122"/>
                <a:cs typeface="Inter" pitchFamily="34" charset="-120"/>
              </a:rPr>
              <a:t>Frontend</a:t>
            </a:r>
          </a:p>
          <a:p>
            <a:pPr marL="342900" indent="-342900" algn="l">
              <a:buSzPct val="100000"/>
              <a:buFont typeface="Arial" panose="020B0604020202020204" pitchFamily="34" charset="0"/>
              <a:buChar char="•"/>
            </a:pPr>
            <a:r>
              <a:rPr lang="en-GB" sz="2400" dirty="0">
                <a:solidFill>
                  <a:srgbClr val="2C2926"/>
                </a:solidFill>
                <a:latin typeface="+mn-lt"/>
                <a:ea typeface="Inter" pitchFamily="34" charset="-122"/>
                <a:cs typeface="Inter" pitchFamily="34" charset="-120"/>
              </a:rPr>
              <a:t>Programming languages: HTML5,CSS3,  JavaScript
Charting Library: Recharts or Chart.js for data </a:t>
            </a:r>
          </a:p>
          <a:p>
            <a:pPr algn="l">
              <a:buSzPct val="100000"/>
            </a:pPr>
            <a:r>
              <a:rPr lang="en-GB" sz="2400" dirty="0">
                <a:solidFill>
                  <a:srgbClr val="2C2926"/>
                </a:solidFill>
                <a:latin typeface="+mn-lt"/>
                <a:ea typeface="Inter" pitchFamily="34" charset="-122"/>
                <a:cs typeface="Inter" pitchFamily="34" charset="-120"/>
              </a:rPr>
              <a:t>       Visualizations and analytics.</a:t>
            </a:r>
          </a:p>
          <a:p>
            <a:pPr marL="342900" indent="-342900" algn="l">
              <a:buSzPct val="100000"/>
              <a:buFont typeface="Arial" panose="020B0604020202020204" pitchFamily="34" charset="0"/>
              <a:buChar char="•"/>
            </a:pPr>
            <a:r>
              <a:rPr lang="en-GB" sz="2400" dirty="0">
                <a:solidFill>
                  <a:srgbClr val="2C2926"/>
                </a:solidFill>
                <a:latin typeface="+mn-lt"/>
                <a:ea typeface="Inter" pitchFamily="34" charset="-122"/>
                <a:cs typeface="Inter" pitchFamily="34" charset="-120"/>
              </a:rPr>
              <a:t> Data Base : My SQL</a:t>
            </a:r>
          </a:p>
          <a:p>
            <a:pPr algn="just">
              <a:buSzPct val="100000"/>
            </a:pPr>
            <a:r>
              <a:rPr lang="en-GB" sz="2400" b="1" dirty="0">
                <a:solidFill>
                  <a:srgbClr val="2C2926"/>
                </a:solidFill>
                <a:latin typeface="Inter" pitchFamily="34" charset="0"/>
                <a:ea typeface="Inter" pitchFamily="34" charset="-122"/>
                <a:cs typeface="Inter" pitchFamily="34" charset="-120"/>
              </a:rPr>
              <a:t>Backend</a:t>
            </a:r>
          </a:p>
          <a:p>
            <a:pPr marL="342900" indent="-342900" algn="just">
              <a:buSzPct val="100000"/>
              <a:buFont typeface="Arial" panose="020B0604020202020204" pitchFamily="34" charset="0"/>
              <a:buChar char="•"/>
            </a:pPr>
            <a:r>
              <a:rPr lang="en-GB" sz="2400" dirty="0">
                <a:solidFill>
                  <a:srgbClr val="2C2926"/>
                </a:solidFill>
                <a:ea typeface="Inter" pitchFamily="34" charset="-122"/>
                <a:cs typeface="Inter" pitchFamily="34" charset="-120"/>
              </a:rPr>
              <a:t>Programming languages: Python 3.8+.
Framework: </a:t>
            </a:r>
            <a:r>
              <a:rPr lang="en-GB" sz="2400" dirty="0" err="1">
                <a:solidFill>
                  <a:srgbClr val="2C2926"/>
                </a:solidFill>
                <a:ea typeface="Inter" pitchFamily="34" charset="-122"/>
                <a:cs typeface="Inter" pitchFamily="34" charset="-120"/>
              </a:rPr>
              <a:t>FastAPI</a:t>
            </a:r>
            <a:r>
              <a:rPr lang="en-GB" sz="2400" dirty="0">
                <a:solidFill>
                  <a:srgbClr val="2C2926"/>
                </a:solidFill>
                <a:ea typeface="Inter" pitchFamily="34" charset="-122"/>
                <a:cs typeface="Inter" pitchFamily="34" charset="-120"/>
              </a:rPr>
              <a:t> (Python) .
Machine Learning: Scikit-learn, Pandas, and NumPy for model training and inference</a:t>
            </a:r>
            <a:endParaRPr lang="en-IN" sz="2400" dirty="0"/>
          </a:p>
          <a:p>
            <a:pPr algn="l">
              <a:buSzPct val="100000"/>
            </a:pPr>
            <a:r>
              <a:rPr lang="en-GB" sz="2400" dirty="0">
                <a:solidFill>
                  <a:srgbClr val="2C2926"/>
                </a:solidFill>
                <a:latin typeface="+mn-lt"/>
                <a:ea typeface="Inter" pitchFamily="34" charset="-122"/>
                <a:cs typeface="Inter" pitchFamily="34" charset="-120"/>
              </a:rPr>
              <a:t> </a:t>
            </a:r>
          </a:p>
        </p:txBody>
      </p:sp>
      <p:sp>
        <p:nvSpPr>
          <p:cNvPr id="8" name="object 8"/>
          <p:cNvSpPr/>
          <p:nvPr/>
        </p:nvSpPr>
        <p:spPr>
          <a:xfrm>
            <a:off x="0" y="6679172"/>
            <a:ext cx="9144000" cy="179070"/>
          </a:xfrm>
          <a:custGeom>
            <a:avLst/>
            <a:gdLst/>
            <a:ahLst/>
            <a:cxnLst/>
            <a:rect l="l" t="t" r="r" b="b"/>
            <a:pathLst>
              <a:path w="9144000" h="179070">
                <a:moveTo>
                  <a:pt x="9143999" y="178799"/>
                </a:moveTo>
                <a:lnTo>
                  <a:pt x="0" y="178799"/>
                </a:lnTo>
                <a:lnTo>
                  <a:pt x="0" y="0"/>
                </a:lnTo>
                <a:lnTo>
                  <a:pt x="9143999" y="0"/>
                </a:lnTo>
                <a:lnTo>
                  <a:pt x="9143999" y="178799"/>
                </a:lnTo>
                <a:close/>
              </a:path>
            </a:pathLst>
          </a:custGeom>
          <a:solidFill>
            <a:srgbClr val="00B0F0"/>
          </a:solidFill>
        </p:spPr>
        <p:txBody>
          <a:bodyPr wrap="square" lIns="0" tIns="0" rIns="0" bIns="0" rtlCol="0"/>
          <a:lstStyle/>
          <a:p>
            <a:endParaRPr/>
          </a:p>
        </p:txBody>
      </p:sp>
      <p:sp>
        <p:nvSpPr>
          <p:cNvPr id="9" name="object 9"/>
          <p:cNvSpPr txBox="1">
            <a:spLocks noGrp="1"/>
          </p:cNvSpPr>
          <p:nvPr>
            <p:ph type="dt" sz="half" idx="6"/>
          </p:nvPr>
        </p:nvSpPr>
        <p:spPr>
          <a:xfrm>
            <a:off x="635152" y="6679172"/>
            <a:ext cx="8087328" cy="205184"/>
          </a:xfrm>
          <a:prstGeom prst="rect">
            <a:avLst/>
          </a:prstGeom>
        </p:spPr>
        <p:txBody>
          <a:bodyPr vert="horz" wrap="square" lIns="0" tIns="0" rIns="0" bIns="0" rtlCol="0">
            <a:spAutoFit/>
          </a:bodyPr>
          <a:lstStyle/>
          <a:p>
            <a:pPr>
              <a:lnSpc>
                <a:spcPts val="1590"/>
              </a:lnSpc>
            </a:pPr>
            <a:r>
              <a:rPr dirty="0"/>
              <a:t>Department</a:t>
            </a:r>
            <a:r>
              <a:rPr spc="-45" dirty="0"/>
              <a:t> </a:t>
            </a:r>
            <a:r>
              <a:rPr dirty="0"/>
              <a:t>of</a:t>
            </a:r>
            <a:r>
              <a:rPr spc="-45" dirty="0"/>
              <a:t> </a:t>
            </a:r>
            <a:r>
              <a:rPr dirty="0"/>
              <a:t>Computational</a:t>
            </a:r>
            <a:r>
              <a:rPr spc="-40" dirty="0"/>
              <a:t> </a:t>
            </a:r>
            <a:r>
              <a:rPr dirty="0"/>
              <a:t>Intelligence</a:t>
            </a:r>
            <a:r>
              <a:rPr spc="-45" dirty="0"/>
              <a:t> </a:t>
            </a:r>
            <a:r>
              <a:rPr spc="-465" dirty="0"/>
              <a:t>|</a:t>
            </a:r>
            <a:r>
              <a:rPr spc="-45" dirty="0"/>
              <a:t> </a:t>
            </a:r>
            <a:r>
              <a:rPr lang="en-US" spc="-45" dirty="0"/>
              <a:t>Application Development - 1</a:t>
            </a:r>
            <a:r>
              <a:rPr spc="-45" dirty="0"/>
              <a:t> </a:t>
            </a:r>
            <a:r>
              <a:rPr spc="-465" dirty="0"/>
              <a:t>|</a:t>
            </a:r>
            <a:r>
              <a:rPr spc="-45" dirty="0"/>
              <a:t> </a:t>
            </a:r>
            <a:r>
              <a:rPr spc="-35" dirty="0" err="1"/>
              <a:t>B.Tech</a:t>
            </a:r>
            <a:r>
              <a:rPr spc="-40" dirty="0"/>
              <a:t> </a:t>
            </a:r>
            <a:r>
              <a:rPr dirty="0"/>
              <a:t>I</a:t>
            </a:r>
            <a:r>
              <a:rPr lang="en-US" dirty="0"/>
              <a:t>II</a:t>
            </a:r>
            <a:r>
              <a:rPr spc="-45" dirty="0"/>
              <a:t> </a:t>
            </a:r>
            <a:r>
              <a:rPr dirty="0"/>
              <a:t>Year</a:t>
            </a:r>
            <a:r>
              <a:rPr spc="-40" dirty="0"/>
              <a:t> </a:t>
            </a:r>
            <a:r>
              <a:rPr spc="295" dirty="0"/>
              <a:t>–</a:t>
            </a:r>
            <a:r>
              <a:rPr spc="-45" dirty="0"/>
              <a:t> </a:t>
            </a:r>
            <a:r>
              <a:rPr dirty="0"/>
              <a:t>I</a:t>
            </a:r>
            <a:r>
              <a:rPr spc="-45" dirty="0"/>
              <a:t> </a:t>
            </a:r>
            <a:r>
              <a:rPr spc="-25" dirty="0"/>
              <a:t>Sem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930FCFF-4876-1F06-ECC0-CC2D1D3633C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B9A3209-BE16-7DB9-2C52-DD54C56667BB}"/>
              </a:ext>
            </a:extLst>
          </p:cNvPr>
          <p:cNvSpPr txBox="1">
            <a:spLocks noGrp="1"/>
          </p:cNvSpPr>
          <p:nvPr>
            <p:ph type="title"/>
          </p:nvPr>
        </p:nvSpPr>
        <p:spPr>
          <a:xfrm>
            <a:off x="287306" y="443529"/>
            <a:ext cx="5580093" cy="791820"/>
          </a:xfrm>
          <a:prstGeom prst="rect">
            <a:avLst/>
          </a:prstGeom>
        </p:spPr>
        <p:txBody>
          <a:bodyPr vert="horz" wrap="square" lIns="0" tIns="296482" rIns="0" bIns="0" rtlCol="0">
            <a:spAutoFit/>
          </a:bodyPr>
          <a:lstStyle/>
          <a:p>
            <a:pPr marL="12700">
              <a:lnSpc>
                <a:spcPct val="100000"/>
              </a:lnSpc>
              <a:spcBef>
                <a:spcPts val="100"/>
              </a:spcBef>
            </a:pPr>
            <a:r>
              <a:rPr sz="3200" spc="-10" dirty="0"/>
              <a:t>Requirements</a:t>
            </a:r>
            <a:r>
              <a:rPr lang="en-US" sz="3200" spc="-10" dirty="0"/>
              <a:t> Specification</a:t>
            </a:r>
            <a:endParaRPr sz="3200" dirty="0"/>
          </a:p>
        </p:txBody>
      </p:sp>
      <p:grpSp>
        <p:nvGrpSpPr>
          <p:cNvPr id="3" name="object 3">
            <a:extLst>
              <a:ext uri="{FF2B5EF4-FFF2-40B4-BE49-F238E27FC236}">
                <a16:creationId xmlns:a16="http://schemas.microsoft.com/office/drawing/2014/main" id="{AA1BF20B-37BB-A0D3-554E-0A5D002279A2}"/>
              </a:ext>
            </a:extLst>
          </p:cNvPr>
          <p:cNvGrpSpPr/>
          <p:nvPr/>
        </p:nvGrpSpPr>
        <p:grpSpPr>
          <a:xfrm>
            <a:off x="0" y="0"/>
            <a:ext cx="9144000" cy="6656705"/>
            <a:chOff x="0" y="0"/>
            <a:chExt cx="9144000" cy="6656705"/>
          </a:xfrm>
        </p:grpSpPr>
        <p:sp>
          <p:nvSpPr>
            <p:cNvPr id="4" name="object 4">
              <a:extLst>
                <a:ext uri="{FF2B5EF4-FFF2-40B4-BE49-F238E27FC236}">
                  <a16:creationId xmlns:a16="http://schemas.microsoft.com/office/drawing/2014/main" id="{8DB89230-B0DA-C60C-97E2-E08C8AADE193}"/>
                </a:ext>
              </a:extLst>
            </p:cNvPr>
            <p:cNvSpPr/>
            <p:nvPr/>
          </p:nvSpPr>
          <p:spPr>
            <a:xfrm>
              <a:off x="142843" y="214289"/>
              <a:ext cx="8858885" cy="6430010"/>
            </a:xfrm>
            <a:custGeom>
              <a:avLst/>
              <a:gdLst/>
              <a:ahLst/>
              <a:cxnLst/>
              <a:rect l="l" t="t" r="r" b="b"/>
              <a:pathLst>
                <a:path w="8858885" h="6430009">
                  <a:moveTo>
                    <a:pt x="0" y="0"/>
                  </a:moveTo>
                  <a:lnTo>
                    <a:pt x="8858312" y="0"/>
                  </a:lnTo>
                  <a:lnTo>
                    <a:pt x="8858312" y="6429419"/>
                  </a:lnTo>
                  <a:lnTo>
                    <a:pt x="0" y="6429419"/>
                  </a:lnTo>
                  <a:lnTo>
                    <a:pt x="0" y="0"/>
                  </a:lnTo>
                  <a:close/>
                </a:path>
              </a:pathLst>
            </a:custGeom>
            <a:ln w="25399">
              <a:solidFill>
                <a:srgbClr val="385E88"/>
              </a:solidFill>
            </a:ln>
          </p:spPr>
          <p:txBody>
            <a:bodyPr wrap="square" lIns="0" tIns="0" rIns="0" bIns="0" rtlCol="0"/>
            <a:lstStyle/>
            <a:p>
              <a:endParaRPr/>
            </a:p>
          </p:txBody>
        </p:sp>
        <p:sp>
          <p:nvSpPr>
            <p:cNvPr id="5" name="object 5">
              <a:extLst>
                <a:ext uri="{FF2B5EF4-FFF2-40B4-BE49-F238E27FC236}">
                  <a16:creationId xmlns:a16="http://schemas.microsoft.com/office/drawing/2014/main" id="{A1731B0F-84F2-37B5-D1BA-1DD7F58CCE41}"/>
                </a:ext>
              </a:extLst>
            </p:cNvPr>
            <p:cNvSpPr/>
            <p:nvPr/>
          </p:nvSpPr>
          <p:spPr>
            <a:xfrm>
              <a:off x="0" y="0"/>
              <a:ext cx="9144000" cy="179070"/>
            </a:xfrm>
            <a:custGeom>
              <a:avLst/>
              <a:gdLst/>
              <a:ahLst/>
              <a:cxnLst/>
              <a:rect l="l" t="t" r="r" b="b"/>
              <a:pathLst>
                <a:path w="9144000" h="179070">
                  <a:moveTo>
                    <a:pt x="9143999" y="178827"/>
                  </a:moveTo>
                  <a:lnTo>
                    <a:pt x="0" y="178827"/>
                  </a:lnTo>
                  <a:lnTo>
                    <a:pt x="0" y="0"/>
                  </a:lnTo>
                  <a:lnTo>
                    <a:pt x="9143999" y="0"/>
                  </a:lnTo>
                  <a:lnTo>
                    <a:pt x="9143999" y="178827"/>
                  </a:lnTo>
                  <a:close/>
                </a:path>
              </a:pathLst>
            </a:custGeom>
            <a:solidFill>
              <a:srgbClr val="00B0F0"/>
            </a:solidFill>
          </p:spPr>
          <p:txBody>
            <a:bodyPr wrap="square" lIns="0" tIns="0" rIns="0" bIns="0" rtlCol="0"/>
            <a:lstStyle/>
            <a:p>
              <a:endParaRPr/>
            </a:p>
          </p:txBody>
        </p:sp>
        <p:pic>
          <p:nvPicPr>
            <p:cNvPr id="6" name="object 6">
              <a:extLst>
                <a:ext uri="{FF2B5EF4-FFF2-40B4-BE49-F238E27FC236}">
                  <a16:creationId xmlns:a16="http://schemas.microsoft.com/office/drawing/2014/main" id="{0027EF5F-E7DD-EFF2-E1FF-36F5C76FE1A3}"/>
                </a:ext>
              </a:extLst>
            </p:cNvPr>
            <p:cNvPicPr/>
            <p:nvPr/>
          </p:nvPicPr>
          <p:blipFill>
            <a:blip r:embed="rId2" cstate="print"/>
            <a:stretch>
              <a:fillRect/>
            </a:stretch>
          </p:blipFill>
          <p:spPr>
            <a:xfrm>
              <a:off x="7924590" y="285728"/>
              <a:ext cx="996639" cy="995635"/>
            </a:xfrm>
            <a:prstGeom prst="rect">
              <a:avLst/>
            </a:prstGeom>
          </p:spPr>
        </p:pic>
      </p:grpSp>
      <p:sp>
        <p:nvSpPr>
          <p:cNvPr id="7" name="object 7">
            <a:extLst>
              <a:ext uri="{FF2B5EF4-FFF2-40B4-BE49-F238E27FC236}">
                <a16:creationId xmlns:a16="http://schemas.microsoft.com/office/drawing/2014/main" id="{51DBC367-0313-F879-C65A-A8BFBAE832AE}"/>
              </a:ext>
            </a:extLst>
          </p:cNvPr>
          <p:cNvSpPr txBox="1"/>
          <p:nvPr/>
        </p:nvSpPr>
        <p:spPr>
          <a:xfrm>
            <a:off x="665632" y="1584818"/>
            <a:ext cx="7716368" cy="3229089"/>
          </a:xfrm>
          <a:prstGeom prst="rect">
            <a:avLst/>
          </a:prstGeom>
        </p:spPr>
        <p:txBody>
          <a:bodyPr vert="horz" wrap="square" lIns="0" tIns="12700" rIns="0" bIns="0" rtlCol="0">
            <a:spAutoFit/>
          </a:bodyPr>
          <a:lstStyle/>
          <a:p>
            <a:pPr algn="l">
              <a:lnSpc>
                <a:spcPts val="2550"/>
              </a:lnSpc>
              <a:buSzPct val="100000"/>
            </a:pPr>
            <a:r>
              <a:rPr lang="en-US" sz="2400" b="1" dirty="0">
                <a:solidFill>
                  <a:srgbClr val="2C2926"/>
                </a:solidFill>
                <a:latin typeface="Bricolage Grotesque Semi Bold" pitchFamily="34" charset="0"/>
                <a:ea typeface="Bricolage Grotesque Semi Bold" pitchFamily="34" charset="-122"/>
                <a:cs typeface="Bricolage Grotesque Semi Bold" pitchFamily="34" charset="-120"/>
              </a:rPr>
              <a:t>Hardware Requirements</a:t>
            </a:r>
            <a:endParaRPr lang="en-US" sz="2400" b="1" dirty="0"/>
          </a:p>
          <a:p>
            <a:pPr algn="l">
              <a:lnSpc>
                <a:spcPts val="2550"/>
              </a:lnSpc>
              <a:buSzPct val="100000"/>
            </a:pPr>
            <a:r>
              <a:rPr lang="en-US" sz="2000" dirty="0">
                <a:solidFill>
                  <a:srgbClr val="2C2926"/>
                </a:solidFill>
                <a:latin typeface="Inter" pitchFamily="34" charset="0"/>
                <a:ea typeface="Inter" pitchFamily="34" charset="-122"/>
                <a:cs typeface="Inter" pitchFamily="34" charset="-120"/>
              </a:rPr>
              <a:t> </a:t>
            </a:r>
            <a:endParaRPr lang="en-GB" sz="2000" dirty="0">
              <a:solidFill>
                <a:srgbClr val="2C2926"/>
              </a:solidFill>
              <a:latin typeface="Inter" pitchFamily="34" charset="0"/>
              <a:ea typeface="Inter" pitchFamily="34" charset="-122"/>
              <a:cs typeface="Inter" pitchFamily="34" charset="-120"/>
            </a:endParaRPr>
          </a:p>
          <a:p>
            <a:pPr marL="342900" indent="-342900" algn="l">
              <a:lnSpc>
                <a:spcPct val="150000"/>
              </a:lnSpc>
              <a:buSzPct val="100000"/>
              <a:buChar char="•"/>
            </a:pPr>
            <a:r>
              <a:rPr lang="en-GB" sz="2400" dirty="0">
                <a:solidFill>
                  <a:srgbClr val="2C2926"/>
                </a:solidFill>
                <a:latin typeface="+mn-lt"/>
                <a:ea typeface="Inter" pitchFamily="34" charset="-122"/>
                <a:cs typeface="Inter" pitchFamily="34" charset="-120"/>
              </a:rPr>
              <a:t>Processor: Intel Core i5 13420H
Memory: 16 GB RAM for running IDE, backend server, and database simultaneously.
Storage: 512 GB of available </a:t>
            </a:r>
            <a:r>
              <a:rPr lang="en-GB" sz="2400" dirty="0" err="1">
                <a:solidFill>
                  <a:srgbClr val="2C2926"/>
                </a:solidFill>
                <a:latin typeface="+mn-lt"/>
                <a:ea typeface="Inter" pitchFamily="34" charset="-122"/>
                <a:cs typeface="Inter" pitchFamily="34" charset="-120"/>
              </a:rPr>
              <a:t>NVme</a:t>
            </a:r>
            <a:r>
              <a:rPr lang="en-GB" sz="2400" dirty="0">
                <a:solidFill>
                  <a:srgbClr val="2C2926"/>
                </a:solidFill>
                <a:latin typeface="+mn-lt"/>
                <a:ea typeface="Inter" pitchFamily="34" charset="-122"/>
                <a:cs typeface="Inter" pitchFamily="34" charset="-120"/>
              </a:rPr>
              <a:t> SSD.</a:t>
            </a:r>
          </a:p>
          <a:p>
            <a:pPr algn="l">
              <a:lnSpc>
                <a:spcPts val="2550"/>
              </a:lnSpc>
              <a:buSzPct val="100000"/>
            </a:pPr>
            <a:endParaRPr lang="en-GB" sz="2400" b="1" dirty="0">
              <a:solidFill>
                <a:srgbClr val="2C2926"/>
              </a:solidFill>
              <a:latin typeface="Inter" pitchFamily="34" charset="0"/>
              <a:ea typeface="Inter" pitchFamily="34" charset="-122"/>
              <a:cs typeface="Inter" pitchFamily="34" charset="-120"/>
            </a:endParaRPr>
          </a:p>
        </p:txBody>
      </p:sp>
      <p:sp>
        <p:nvSpPr>
          <p:cNvPr id="8" name="object 8">
            <a:extLst>
              <a:ext uri="{FF2B5EF4-FFF2-40B4-BE49-F238E27FC236}">
                <a16:creationId xmlns:a16="http://schemas.microsoft.com/office/drawing/2014/main" id="{9EC6B016-363A-D6C1-0BD4-4E8BF2486C7A}"/>
              </a:ext>
            </a:extLst>
          </p:cNvPr>
          <p:cNvSpPr/>
          <p:nvPr/>
        </p:nvSpPr>
        <p:spPr>
          <a:xfrm>
            <a:off x="0" y="6679172"/>
            <a:ext cx="9144000" cy="179070"/>
          </a:xfrm>
          <a:custGeom>
            <a:avLst/>
            <a:gdLst/>
            <a:ahLst/>
            <a:cxnLst/>
            <a:rect l="l" t="t" r="r" b="b"/>
            <a:pathLst>
              <a:path w="9144000" h="179070">
                <a:moveTo>
                  <a:pt x="9143999" y="178799"/>
                </a:moveTo>
                <a:lnTo>
                  <a:pt x="0" y="178799"/>
                </a:lnTo>
                <a:lnTo>
                  <a:pt x="0" y="0"/>
                </a:lnTo>
                <a:lnTo>
                  <a:pt x="9143999" y="0"/>
                </a:lnTo>
                <a:lnTo>
                  <a:pt x="9143999" y="178799"/>
                </a:lnTo>
                <a:close/>
              </a:path>
            </a:pathLst>
          </a:custGeom>
          <a:solidFill>
            <a:srgbClr val="00B0F0"/>
          </a:solidFill>
        </p:spPr>
        <p:txBody>
          <a:bodyPr wrap="square" lIns="0" tIns="0" rIns="0" bIns="0" rtlCol="0"/>
          <a:lstStyle/>
          <a:p>
            <a:endParaRPr/>
          </a:p>
        </p:txBody>
      </p:sp>
      <p:sp>
        <p:nvSpPr>
          <p:cNvPr id="11" name="object 9">
            <a:extLst>
              <a:ext uri="{FF2B5EF4-FFF2-40B4-BE49-F238E27FC236}">
                <a16:creationId xmlns:a16="http://schemas.microsoft.com/office/drawing/2014/main" id="{A219D3B3-0A3E-40F6-17C8-B84BE1973D13}"/>
              </a:ext>
            </a:extLst>
          </p:cNvPr>
          <p:cNvSpPr txBox="1">
            <a:spLocks noGrp="1"/>
          </p:cNvSpPr>
          <p:nvPr>
            <p:ph type="dt" sz="half" idx="6"/>
          </p:nvPr>
        </p:nvSpPr>
        <p:spPr>
          <a:xfrm>
            <a:off x="665632" y="6652816"/>
            <a:ext cx="8087328" cy="205184"/>
          </a:xfrm>
          <a:prstGeom prst="rect">
            <a:avLst/>
          </a:prstGeom>
        </p:spPr>
        <p:txBody>
          <a:bodyPr vert="horz" wrap="square" lIns="0" tIns="0" rIns="0" bIns="0" rtlCol="0">
            <a:spAutoFit/>
          </a:bodyPr>
          <a:lstStyle/>
          <a:p>
            <a:pPr>
              <a:lnSpc>
                <a:spcPts val="1590"/>
              </a:lnSpc>
            </a:pPr>
            <a:r>
              <a:rPr dirty="0"/>
              <a:t>Department</a:t>
            </a:r>
            <a:r>
              <a:rPr spc="-45" dirty="0"/>
              <a:t> </a:t>
            </a:r>
            <a:r>
              <a:rPr dirty="0"/>
              <a:t>of</a:t>
            </a:r>
            <a:r>
              <a:rPr spc="-45" dirty="0"/>
              <a:t> </a:t>
            </a:r>
            <a:r>
              <a:rPr dirty="0"/>
              <a:t>Computational</a:t>
            </a:r>
            <a:r>
              <a:rPr spc="-40" dirty="0"/>
              <a:t> </a:t>
            </a:r>
            <a:r>
              <a:rPr dirty="0"/>
              <a:t>Intelligence</a:t>
            </a:r>
            <a:r>
              <a:rPr spc="-45" dirty="0"/>
              <a:t> </a:t>
            </a:r>
            <a:r>
              <a:rPr spc="-465" dirty="0"/>
              <a:t>|</a:t>
            </a:r>
            <a:r>
              <a:rPr spc="-45" dirty="0"/>
              <a:t> </a:t>
            </a:r>
            <a:r>
              <a:rPr lang="en-US" spc="-45" dirty="0"/>
              <a:t>Application Development - 1</a:t>
            </a:r>
            <a:r>
              <a:rPr spc="-45" dirty="0"/>
              <a:t> </a:t>
            </a:r>
            <a:r>
              <a:rPr spc="-465" dirty="0"/>
              <a:t>|</a:t>
            </a:r>
            <a:r>
              <a:rPr spc="-45" dirty="0"/>
              <a:t> </a:t>
            </a:r>
            <a:r>
              <a:rPr spc="-35" dirty="0" err="1"/>
              <a:t>B.Tech</a:t>
            </a:r>
            <a:r>
              <a:rPr spc="-40" dirty="0"/>
              <a:t> </a:t>
            </a:r>
            <a:r>
              <a:rPr dirty="0"/>
              <a:t>I</a:t>
            </a:r>
            <a:r>
              <a:rPr lang="en-US" dirty="0"/>
              <a:t>II</a:t>
            </a:r>
            <a:r>
              <a:rPr spc="-45" dirty="0"/>
              <a:t> </a:t>
            </a:r>
            <a:r>
              <a:rPr dirty="0"/>
              <a:t>Year</a:t>
            </a:r>
            <a:r>
              <a:rPr spc="-40" dirty="0"/>
              <a:t> </a:t>
            </a:r>
            <a:r>
              <a:rPr spc="295" dirty="0"/>
              <a:t>–</a:t>
            </a:r>
            <a:r>
              <a:rPr spc="-45" dirty="0"/>
              <a:t> </a:t>
            </a:r>
            <a:r>
              <a:rPr dirty="0"/>
              <a:t>I</a:t>
            </a:r>
            <a:r>
              <a:rPr spc="-45" dirty="0"/>
              <a:t> </a:t>
            </a:r>
            <a:r>
              <a:rPr spc="-25" dirty="0"/>
              <a:t>Sem</a:t>
            </a:r>
          </a:p>
        </p:txBody>
      </p:sp>
    </p:spTree>
    <p:extLst>
      <p:ext uri="{BB962C8B-B14F-4D97-AF65-F5344CB8AC3E}">
        <p14:creationId xmlns:p14="http://schemas.microsoft.com/office/powerpoint/2010/main" val="17438642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862" y="415069"/>
            <a:ext cx="3373120" cy="845942"/>
          </a:xfrm>
          <a:prstGeom prst="rect">
            <a:avLst/>
          </a:prstGeom>
        </p:spPr>
        <p:txBody>
          <a:bodyPr vert="horz" wrap="square" lIns="0" tIns="73274" rIns="0" bIns="0" rtlCol="0">
            <a:spAutoFit/>
          </a:bodyPr>
          <a:lstStyle/>
          <a:p>
            <a:pPr marL="12700">
              <a:lnSpc>
                <a:spcPct val="100000"/>
              </a:lnSpc>
              <a:spcBef>
                <a:spcPts val="100"/>
              </a:spcBef>
            </a:pPr>
            <a:r>
              <a:rPr sz="3200" dirty="0"/>
              <a:t>Existing</a:t>
            </a:r>
            <a:r>
              <a:rPr sz="3200" spc="105" dirty="0"/>
              <a:t> </a:t>
            </a:r>
            <a:r>
              <a:rPr sz="3200" spc="-10" dirty="0"/>
              <a:t>Systems</a:t>
            </a:r>
            <a:endParaRPr sz="3200"/>
          </a:p>
        </p:txBody>
      </p:sp>
      <p:grpSp>
        <p:nvGrpSpPr>
          <p:cNvPr id="3" name="object 3"/>
          <p:cNvGrpSpPr/>
          <p:nvPr/>
        </p:nvGrpSpPr>
        <p:grpSpPr>
          <a:xfrm>
            <a:off x="0" y="-20419"/>
            <a:ext cx="9144000" cy="1281430"/>
            <a:chOff x="0" y="0"/>
            <a:chExt cx="9144000" cy="1281430"/>
          </a:xfrm>
        </p:grpSpPr>
        <p:sp>
          <p:nvSpPr>
            <p:cNvPr id="4" name="object 4"/>
            <p:cNvSpPr/>
            <p:nvPr/>
          </p:nvSpPr>
          <p:spPr>
            <a:xfrm>
              <a:off x="0" y="0"/>
              <a:ext cx="9144000" cy="179070"/>
            </a:xfrm>
            <a:custGeom>
              <a:avLst/>
              <a:gdLst/>
              <a:ahLst/>
              <a:cxnLst/>
              <a:rect l="l" t="t" r="r" b="b"/>
              <a:pathLst>
                <a:path w="9144000" h="179070">
                  <a:moveTo>
                    <a:pt x="9143999" y="178827"/>
                  </a:moveTo>
                  <a:lnTo>
                    <a:pt x="0" y="178827"/>
                  </a:lnTo>
                  <a:lnTo>
                    <a:pt x="0" y="0"/>
                  </a:lnTo>
                  <a:lnTo>
                    <a:pt x="9143999" y="0"/>
                  </a:lnTo>
                  <a:lnTo>
                    <a:pt x="9143999" y="178827"/>
                  </a:lnTo>
                  <a:close/>
                </a:path>
              </a:pathLst>
            </a:custGeom>
            <a:solidFill>
              <a:srgbClr val="00B0F0"/>
            </a:solidFill>
          </p:spPr>
          <p:txBody>
            <a:bodyPr wrap="square" lIns="0" tIns="0" rIns="0" bIns="0" rtlCol="0"/>
            <a:lstStyle/>
            <a:p>
              <a:endParaRPr/>
            </a:p>
          </p:txBody>
        </p:sp>
        <p:pic>
          <p:nvPicPr>
            <p:cNvPr id="5" name="object 5"/>
            <p:cNvPicPr/>
            <p:nvPr/>
          </p:nvPicPr>
          <p:blipFill>
            <a:blip r:embed="rId3" cstate="print"/>
            <a:stretch>
              <a:fillRect/>
            </a:stretch>
          </p:blipFill>
          <p:spPr>
            <a:xfrm>
              <a:off x="7924590" y="285728"/>
              <a:ext cx="996639" cy="995635"/>
            </a:xfrm>
            <a:prstGeom prst="rect">
              <a:avLst/>
            </a:prstGeom>
          </p:spPr>
        </p:pic>
      </p:grpSp>
      <p:sp>
        <p:nvSpPr>
          <p:cNvPr id="6" name="object 6"/>
          <p:cNvSpPr txBox="1"/>
          <p:nvPr/>
        </p:nvSpPr>
        <p:spPr>
          <a:xfrm>
            <a:off x="635152" y="1462026"/>
            <a:ext cx="7518400" cy="4702569"/>
          </a:xfrm>
          <a:prstGeom prst="rect">
            <a:avLst/>
          </a:prstGeom>
        </p:spPr>
        <p:txBody>
          <a:bodyPr vert="horz" wrap="square" lIns="0" tIns="17780" rIns="0" bIns="0" rtlCol="0">
            <a:spAutoFit/>
          </a:bodyPr>
          <a:lstStyle/>
          <a:p>
            <a:pPr marL="0" indent="0" algn="just">
              <a:buNone/>
            </a:pPr>
            <a:r>
              <a:rPr lang="en-US" sz="1800" b="1" dirty="0">
                <a:solidFill>
                  <a:srgbClr val="2C2926"/>
                </a:solidFill>
                <a:latin typeface="Bricolage Grotesque Semi Bold" pitchFamily="34" charset="0"/>
                <a:ea typeface="Bricolage Grotesque Semi Bold" pitchFamily="34" charset="-122"/>
                <a:cs typeface="Bricolage Grotesque Semi Bold" pitchFamily="34" charset="-120"/>
              </a:rPr>
              <a:t>Traditional Filtering Methods (Keyword/Regex)</a:t>
            </a:r>
            <a:r>
              <a:rPr lang="en-US" b="1" dirty="0">
                <a:latin typeface="Bricolage Grotesque Semi Bold" pitchFamily="34" charset="0"/>
                <a:ea typeface="Bricolage Grotesque Semi Bold" pitchFamily="34" charset="-122"/>
                <a:cs typeface="Bricolage Grotesque Semi Bold" pitchFamily="34" charset="-120"/>
              </a:rPr>
              <a:t>: </a:t>
            </a:r>
          </a:p>
          <a:p>
            <a:pPr marL="0" indent="0" algn="just">
              <a:buNone/>
            </a:pPr>
            <a:endParaRPr lang="en-US" b="1" dirty="0">
              <a:latin typeface="Bricolage Grotesque Semi Bold" pitchFamily="34" charset="0"/>
              <a:ea typeface="Bricolage Grotesque Semi Bold" pitchFamily="34" charset="-122"/>
              <a:cs typeface="Bricolage Grotesque Semi Bold" pitchFamily="34" charset="-120"/>
            </a:endParaRPr>
          </a:p>
          <a:p>
            <a:pPr marL="0" indent="0" algn="just">
              <a:lnSpc>
                <a:spcPct val="150000"/>
              </a:lnSpc>
              <a:buNone/>
            </a:pPr>
            <a:r>
              <a:rPr lang="en-GB" sz="2000" dirty="0"/>
              <a:t>Current AI security relies on commercial moderation APIs like simple keyword filters. These black-box solutions lack transparency and customization. Keyword-based systems easily fail against paraphrased attacks, while API-dependent approaches incur recurring costs and privacy risks. Both methods struggle with novel, unseen attack patterns and provide no explanatory insights into their decisions. </a:t>
            </a:r>
          </a:p>
          <a:p>
            <a:pPr marL="0" indent="0" algn="just">
              <a:lnSpc>
                <a:spcPct val="150000"/>
              </a:lnSpc>
              <a:buNone/>
            </a:pPr>
            <a:endParaRPr lang="en-US" sz="2000" dirty="0"/>
          </a:p>
          <a:p>
            <a:pPr marL="0" indent="0" algn="just">
              <a:lnSpc>
                <a:spcPts val="3950"/>
              </a:lnSpc>
              <a:buNone/>
            </a:pPr>
            <a:endParaRPr lang="en-US" sz="1800" b="1" dirty="0">
              <a:solidFill>
                <a:schemeClr val="tx1"/>
              </a:solidFill>
              <a:latin typeface="Arial" panose="020B0604020202020204" pitchFamily="34" charset="0"/>
              <a:cs typeface="Arial" panose="020B0604020202020204" pitchFamily="34" charset="0"/>
            </a:endParaRPr>
          </a:p>
        </p:txBody>
      </p:sp>
      <p:grpSp>
        <p:nvGrpSpPr>
          <p:cNvPr id="8" name="object 8"/>
          <p:cNvGrpSpPr/>
          <p:nvPr/>
        </p:nvGrpSpPr>
        <p:grpSpPr>
          <a:xfrm>
            <a:off x="6096" y="201287"/>
            <a:ext cx="9144000" cy="6656705"/>
            <a:chOff x="0" y="201589"/>
            <a:chExt cx="9144000" cy="6656705"/>
          </a:xfrm>
        </p:grpSpPr>
        <p:sp>
          <p:nvSpPr>
            <p:cNvPr id="9" name="object 9"/>
            <p:cNvSpPr/>
            <p:nvPr/>
          </p:nvSpPr>
          <p:spPr>
            <a:xfrm>
              <a:off x="0" y="6679172"/>
              <a:ext cx="9144000" cy="179070"/>
            </a:xfrm>
            <a:custGeom>
              <a:avLst/>
              <a:gdLst/>
              <a:ahLst/>
              <a:cxnLst/>
              <a:rect l="l" t="t" r="r" b="b"/>
              <a:pathLst>
                <a:path w="9144000" h="179070">
                  <a:moveTo>
                    <a:pt x="9143999" y="178799"/>
                  </a:moveTo>
                  <a:lnTo>
                    <a:pt x="0" y="178799"/>
                  </a:lnTo>
                  <a:lnTo>
                    <a:pt x="0" y="0"/>
                  </a:lnTo>
                  <a:lnTo>
                    <a:pt x="9143999" y="0"/>
                  </a:lnTo>
                  <a:lnTo>
                    <a:pt x="9143999" y="178799"/>
                  </a:lnTo>
                  <a:close/>
                </a:path>
              </a:pathLst>
            </a:custGeom>
            <a:solidFill>
              <a:srgbClr val="00B0F0"/>
            </a:solidFill>
          </p:spPr>
          <p:txBody>
            <a:bodyPr wrap="square" lIns="0" tIns="0" rIns="0" bIns="0" rtlCol="0"/>
            <a:lstStyle/>
            <a:p>
              <a:endParaRPr/>
            </a:p>
          </p:txBody>
        </p:sp>
        <p:sp>
          <p:nvSpPr>
            <p:cNvPr id="10" name="object 10"/>
            <p:cNvSpPr/>
            <p:nvPr/>
          </p:nvSpPr>
          <p:spPr>
            <a:xfrm>
              <a:off x="142843" y="214289"/>
              <a:ext cx="8858885" cy="6429375"/>
            </a:xfrm>
            <a:custGeom>
              <a:avLst/>
              <a:gdLst/>
              <a:ahLst/>
              <a:cxnLst/>
              <a:rect l="l" t="t" r="r" b="b"/>
              <a:pathLst>
                <a:path w="8858885" h="6429375">
                  <a:moveTo>
                    <a:pt x="0" y="0"/>
                  </a:moveTo>
                  <a:lnTo>
                    <a:pt x="8858399" y="0"/>
                  </a:lnTo>
                  <a:lnTo>
                    <a:pt x="8858399" y="6429299"/>
                  </a:lnTo>
                  <a:lnTo>
                    <a:pt x="0" y="6429299"/>
                  </a:lnTo>
                  <a:lnTo>
                    <a:pt x="0" y="0"/>
                  </a:lnTo>
                  <a:close/>
                </a:path>
              </a:pathLst>
            </a:custGeom>
            <a:ln w="25399">
              <a:solidFill>
                <a:srgbClr val="385E88"/>
              </a:solidFill>
            </a:ln>
          </p:spPr>
          <p:txBody>
            <a:bodyPr wrap="square" lIns="0" tIns="0" rIns="0" bIns="0" rtlCol="0"/>
            <a:lstStyle/>
            <a:p>
              <a:endParaRPr/>
            </a:p>
          </p:txBody>
        </p:sp>
      </p:grpSp>
      <p:sp>
        <p:nvSpPr>
          <p:cNvPr id="7" name="object 9">
            <a:extLst>
              <a:ext uri="{FF2B5EF4-FFF2-40B4-BE49-F238E27FC236}">
                <a16:creationId xmlns:a16="http://schemas.microsoft.com/office/drawing/2014/main" id="{2B80C3C7-6FA8-4E54-0F02-4615B5079DDA}"/>
              </a:ext>
            </a:extLst>
          </p:cNvPr>
          <p:cNvSpPr txBox="1">
            <a:spLocks noGrp="1"/>
          </p:cNvSpPr>
          <p:nvPr>
            <p:ph type="dt" sz="half" idx="6"/>
          </p:nvPr>
        </p:nvSpPr>
        <p:spPr>
          <a:xfrm>
            <a:off x="635152" y="6679172"/>
            <a:ext cx="8087328" cy="205184"/>
          </a:xfrm>
          <a:prstGeom prst="rect">
            <a:avLst/>
          </a:prstGeom>
        </p:spPr>
        <p:txBody>
          <a:bodyPr vert="horz" wrap="square" lIns="0" tIns="0" rIns="0" bIns="0" rtlCol="0">
            <a:spAutoFit/>
          </a:bodyPr>
          <a:lstStyle/>
          <a:p>
            <a:pPr>
              <a:lnSpc>
                <a:spcPts val="1590"/>
              </a:lnSpc>
            </a:pPr>
            <a:r>
              <a:rPr dirty="0"/>
              <a:t>Department</a:t>
            </a:r>
            <a:r>
              <a:rPr spc="-45" dirty="0"/>
              <a:t> </a:t>
            </a:r>
            <a:r>
              <a:rPr dirty="0"/>
              <a:t>of</a:t>
            </a:r>
            <a:r>
              <a:rPr spc="-45" dirty="0"/>
              <a:t> </a:t>
            </a:r>
            <a:r>
              <a:rPr dirty="0"/>
              <a:t>Computational</a:t>
            </a:r>
            <a:r>
              <a:rPr spc="-40" dirty="0"/>
              <a:t> </a:t>
            </a:r>
            <a:r>
              <a:rPr dirty="0"/>
              <a:t>Intelligence</a:t>
            </a:r>
            <a:r>
              <a:rPr spc="-45" dirty="0"/>
              <a:t> </a:t>
            </a:r>
            <a:r>
              <a:rPr spc="-465" dirty="0"/>
              <a:t>|</a:t>
            </a:r>
            <a:r>
              <a:rPr spc="-45" dirty="0"/>
              <a:t> </a:t>
            </a:r>
            <a:r>
              <a:rPr lang="en-US" spc="-45" dirty="0"/>
              <a:t>Application Development - 1</a:t>
            </a:r>
            <a:r>
              <a:rPr spc="-45" dirty="0"/>
              <a:t> </a:t>
            </a:r>
            <a:r>
              <a:rPr spc="-465" dirty="0"/>
              <a:t>|</a:t>
            </a:r>
            <a:r>
              <a:rPr spc="-45" dirty="0"/>
              <a:t> </a:t>
            </a:r>
            <a:r>
              <a:rPr spc="-35" dirty="0" err="1"/>
              <a:t>B.Tech</a:t>
            </a:r>
            <a:r>
              <a:rPr spc="-40" dirty="0"/>
              <a:t> </a:t>
            </a:r>
            <a:r>
              <a:rPr dirty="0"/>
              <a:t>I</a:t>
            </a:r>
            <a:r>
              <a:rPr lang="en-US" dirty="0"/>
              <a:t>II</a:t>
            </a:r>
            <a:r>
              <a:rPr spc="-45" dirty="0"/>
              <a:t> </a:t>
            </a:r>
            <a:r>
              <a:rPr dirty="0"/>
              <a:t>Year</a:t>
            </a:r>
            <a:r>
              <a:rPr spc="-40" dirty="0"/>
              <a:t> </a:t>
            </a:r>
            <a:r>
              <a:rPr spc="295" dirty="0"/>
              <a:t>–</a:t>
            </a:r>
            <a:r>
              <a:rPr spc="-45" dirty="0"/>
              <a:t> </a:t>
            </a:r>
            <a:r>
              <a:rPr dirty="0"/>
              <a:t>I</a:t>
            </a:r>
            <a:r>
              <a:rPr spc="-45" dirty="0"/>
              <a:t> </a:t>
            </a:r>
            <a:r>
              <a:rPr spc="-25" dirty="0"/>
              <a:t>Sem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8A9A9-FD70-D41D-FAB1-C1C8EAC83C86}"/>
              </a:ext>
            </a:extLst>
          </p:cNvPr>
          <p:cNvSpPr>
            <a:spLocks noGrp="1"/>
          </p:cNvSpPr>
          <p:nvPr>
            <p:ph type="title"/>
          </p:nvPr>
        </p:nvSpPr>
        <p:spPr>
          <a:xfrm>
            <a:off x="287307" y="443529"/>
            <a:ext cx="3373120" cy="553998"/>
          </a:xfrm>
        </p:spPr>
        <p:txBody>
          <a:bodyPr/>
          <a:lstStyle/>
          <a:p>
            <a:r>
              <a:rPr lang="en-US" dirty="0"/>
              <a:t>Existing System</a:t>
            </a:r>
            <a:endParaRPr lang="en-IN" dirty="0"/>
          </a:p>
        </p:txBody>
      </p:sp>
      <p:sp>
        <p:nvSpPr>
          <p:cNvPr id="3" name="Text Placeholder 2">
            <a:extLst>
              <a:ext uri="{FF2B5EF4-FFF2-40B4-BE49-F238E27FC236}">
                <a16:creationId xmlns:a16="http://schemas.microsoft.com/office/drawing/2014/main" id="{32A22315-4567-139A-6E26-F05A8DC0F202}"/>
              </a:ext>
            </a:extLst>
          </p:cNvPr>
          <p:cNvSpPr>
            <a:spLocks noGrp="1"/>
          </p:cNvSpPr>
          <p:nvPr>
            <p:ph type="body" idx="1"/>
          </p:nvPr>
        </p:nvSpPr>
        <p:spPr>
          <a:xfrm>
            <a:off x="700548" y="1811345"/>
            <a:ext cx="7640320" cy="4097981"/>
          </a:xfrm>
        </p:spPr>
        <p:txBody>
          <a:bodyPr/>
          <a:lstStyle/>
          <a:p>
            <a:pPr algn="just">
              <a:lnSpc>
                <a:spcPct val="150000"/>
              </a:lnSpc>
            </a:pPr>
            <a:r>
              <a:rPr lang="en-GB" sz="2000" dirty="0"/>
              <a:t>This creates critical security gaps where sophisticated prompt injections can bypass detection, leaving AI systems vulnerable to data extraction, manipulation, and exploitation without any diagnostic capability to improve </a:t>
            </a:r>
            <a:r>
              <a:rPr lang="en-GB" sz="2000" dirty="0" err="1"/>
              <a:t>defenses</a:t>
            </a:r>
            <a:r>
              <a:rPr lang="en-GB" sz="2000" dirty="0"/>
              <a:t> against evolving threats.</a:t>
            </a:r>
            <a:r>
              <a:rPr lang="en-US" sz="2000" dirty="0"/>
              <a:t> </a:t>
            </a:r>
          </a:p>
          <a:p>
            <a:pPr algn="just">
              <a:lnSpc>
                <a:spcPct val="150000"/>
              </a:lnSpc>
            </a:pPr>
            <a:r>
              <a:rPr lang="en-US" sz="2000" dirty="0"/>
              <a:t>These systems operate on a static rule-set or a generalized external model not tailored to specific organizational needs. The lack of a learning feedback loop means they cannot autonomously improve from encountered attacks. </a:t>
            </a:r>
            <a:endParaRPr lang="en-GB" sz="2000" dirty="0"/>
          </a:p>
          <a:p>
            <a:pPr>
              <a:lnSpc>
                <a:spcPct val="150000"/>
              </a:lnSpc>
            </a:pPr>
            <a:endParaRPr lang="en-IN" sz="2000" dirty="0"/>
          </a:p>
        </p:txBody>
      </p:sp>
      <p:grpSp>
        <p:nvGrpSpPr>
          <p:cNvPr id="4" name="object 3">
            <a:extLst>
              <a:ext uri="{FF2B5EF4-FFF2-40B4-BE49-F238E27FC236}">
                <a16:creationId xmlns:a16="http://schemas.microsoft.com/office/drawing/2014/main" id="{E89C78AA-1EDC-5FC2-5530-6C4FB28865CF}"/>
              </a:ext>
            </a:extLst>
          </p:cNvPr>
          <p:cNvGrpSpPr/>
          <p:nvPr/>
        </p:nvGrpSpPr>
        <p:grpSpPr>
          <a:xfrm>
            <a:off x="14748" y="50239"/>
            <a:ext cx="9144000" cy="6858000"/>
            <a:chOff x="0" y="0"/>
            <a:chExt cx="9144000" cy="6858000"/>
          </a:xfrm>
        </p:grpSpPr>
        <p:sp>
          <p:nvSpPr>
            <p:cNvPr id="5" name="object 4">
              <a:extLst>
                <a:ext uri="{FF2B5EF4-FFF2-40B4-BE49-F238E27FC236}">
                  <a16:creationId xmlns:a16="http://schemas.microsoft.com/office/drawing/2014/main" id="{D9DBF30D-4C6A-48B8-1FC9-C98C54DFAD93}"/>
                </a:ext>
              </a:extLst>
            </p:cNvPr>
            <p:cNvSpPr/>
            <p:nvPr/>
          </p:nvSpPr>
          <p:spPr>
            <a:xfrm>
              <a:off x="142843" y="214289"/>
              <a:ext cx="8858885" cy="6430010"/>
            </a:xfrm>
            <a:custGeom>
              <a:avLst/>
              <a:gdLst/>
              <a:ahLst/>
              <a:cxnLst/>
              <a:rect l="l" t="t" r="r" b="b"/>
              <a:pathLst>
                <a:path w="8858885" h="6430009">
                  <a:moveTo>
                    <a:pt x="0" y="0"/>
                  </a:moveTo>
                  <a:lnTo>
                    <a:pt x="8858312" y="0"/>
                  </a:lnTo>
                  <a:lnTo>
                    <a:pt x="8858312" y="6429419"/>
                  </a:lnTo>
                  <a:lnTo>
                    <a:pt x="0" y="6429419"/>
                  </a:lnTo>
                  <a:lnTo>
                    <a:pt x="0" y="0"/>
                  </a:lnTo>
                  <a:close/>
                </a:path>
              </a:pathLst>
            </a:custGeom>
            <a:ln w="25399">
              <a:solidFill>
                <a:srgbClr val="385E88"/>
              </a:solidFill>
            </a:ln>
          </p:spPr>
          <p:txBody>
            <a:bodyPr wrap="square" lIns="0" tIns="0" rIns="0" bIns="0" rtlCol="0"/>
            <a:lstStyle/>
            <a:p>
              <a:endParaRPr/>
            </a:p>
          </p:txBody>
        </p:sp>
        <p:sp>
          <p:nvSpPr>
            <p:cNvPr id="6" name="object 5">
              <a:extLst>
                <a:ext uri="{FF2B5EF4-FFF2-40B4-BE49-F238E27FC236}">
                  <a16:creationId xmlns:a16="http://schemas.microsoft.com/office/drawing/2014/main" id="{80031211-C975-9AA5-7CB9-DC2F64B4433F}"/>
                </a:ext>
              </a:extLst>
            </p:cNvPr>
            <p:cNvSpPr/>
            <p:nvPr/>
          </p:nvSpPr>
          <p:spPr>
            <a:xfrm>
              <a:off x="0" y="0"/>
              <a:ext cx="9144000" cy="6858000"/>
            </a:xfrm>
            <a:custGeom>
              <a:avLst/>
              <a:gdLst/>
              <a:ahLst/>
              <a:cxnLst/>
              <a:rect l="l" t="t" r="r" b="b"/>
              <a:pathLst>
                <a:path w="9144000" h="6858000">
                  <a:moveTo>
                    <a:pt x="9144000" y="6679184"/>
                  </a:moveTo>
                  <a:lnTo>
                    <a:pt x="0" y="6679184"/>
                  </a:lnTo>
                  <a:lnTo>
                    <a:pt x="0" y="6858000"/>
                  </a:lnTo>
                  <a:lnTo>
                    <a:pt x="9144000" y="6858000"/>
                  </a:lnTo>
                  <a:lnTo>
                    <a:pt x="9144000" y="6679184"/>
                  </a:lnTo>
                  <a:close/>
                </a:path>
                <a:path w="9144000" h="6858000">
                  <a:moveTo>
                    <a:pt x="9144000" y="0"/>
                  </a:moveTo>
                  <a:lnTo>
                    <a:pt x="0" y="0"/>
                  </a:lnTo>
                  <a:lnTo>
                    <a:pt x="0" y="178828"/>
                  </a:lnTo>
                  <a:lnTo>
                    <a:pt x="9144000" y="178828"/>
                  </a:lnTo>
                  <a:lnTo>
                    <a:pt x="9144000" y="0"/>
                  </a:lnTo>
                  <a:close/>
                </a:path>
              </a:pathLst>
            </a:custGeom>
            <a:solidFill>
              <a:srgbClr val="00B0F0"/>
            </a:solidFill>
          </p:spPr>
          <p:txBody>
            <a:bodyPr wrap="square" lIns="0" tIns="0" rIns="0" bIns="0" rtlCol="0"/>
            <a:lstStyle/>
            <a:p>
              <a:endParaRPr/>
            </a:p>
          </p:txBody>
        </p:sp>
        <p:pic>
          <p:nvPicPr>
            <p:cNvPr id="7" name="object 6">
              <a:extLst>
                <a:ext uri="{FF2B5EF4-FFF2-40B4-BE49-F238E27FC236}">
                  <a16:creationId xmlns:a16="http://schemas.microsoft.com/office/drawing/2014/main" id="{7F0DEBFB-D86E-BEAB-285F-8D169748C405}"/>
                </a:ext>
              </a:extLst>
            </p:cNvPr>
            <p:cNvPicPr/>
            <p:nvPr/>
          </p:nvPicPr>
          <p:blipFill>
            <a:blip r:embed="rId2" cstate="print"/>
            <a:stretch>
              <a:fillRect/>
            </a:stretch>
          </p:blipFill>
          <p:spPr>
            <a:xfrm>
              <a:off x="7924590" y="285728"/>
              <a:ext cx="996639" cy="995635"/>
            </a:xfrm>
            <a:prstGeom prst="rect">
              <a:avLst/>
            </a:prstGeom>
          </p:spPr>
        </p:pic>
      </p:grpSp>
      <p:sp>
        <p:nvSpPr>
          <p:cNvPr id="8" name="object 9">
            <a:extLst>
              <a:ext uri="{FF2B5EF4-FFF2-40B4-BE49-F238E27FC236}">
                <a16:creationId xmlns:a16="http://schemas.microsoft.com/office/drawing/2014/main" id="{EC29E03D-BE10-3276-FB2C-A1E7F16AD836}"/>
              </a:ext>
            </a:extLst>
          </p:cNvPr>
          <p:cNvSpPr txBox="1">
            <a:spLocks noGrp="1"/>
          </p:cNvSpPr>
          <p:nvPr>
            <p:ph type="dt" sz="half" idx="6"/>
          </p:nvPr>
        </p:nvSpPr>
        <p:spPr>
          <a:xfrm>
            <a:off x="700548" y="6703055"/>
            <a:ext cx="8087328" cy="205184"/>
          </a:xfrm>
          <a:prstGeom prst="rect">
            <a:avLst/>
          </a:prstGeom>
        </p:spPr>
        <p:txBody>
          <a:bodyPr vert="horz" wrap="square" lIns="0" tIns="0" rIns="0" bIns="0" rtlCol="0">
            <a:spAutoFit/>
          </a:bodyPr>
          <a:lstStyle/>
          <a:p>
            <a:pPr>
              <a:lnSpc>
                <a:spcPts val="1590"/>
              </a:lnSpc>
            </a:pPr>
            <a:r>
              <a:rPr dirty="0"/>
              <a:t>Department</a:t>
            </a:r>
            <a:r>
              <a:rPr spc="-45" dirty="0"/>
              <a:t> </a:t>
            </a:r>
            <a:r>
              <a:rPr dirty="0"/>
              <a:t>of</a:t>
            </a:r>
            <a:r>
              <a:rPr spc="-45" dirty="0"/>
              <a:t> </a:t>
            </a:r>
            <a:r>
              <a:rPr dirty="0"/>
              <a:t>Computational</a:t>
            </a:r>
            <a:r>
              <a:rPr spc="-40" dirty="0"/>
              <a:t> </a:t>
            </a:r>
            <a:r>
              <a:rPr dirty="0"/>
              <a:t>Intelligence</a:t>
            </a:r>
            <a:r>
              <a:rPr spc="-45" dirty="0"/>
              <a:t> </a:t>
            </a:r>
            <a:r>
              <a:rPr spc="-465" dirty="0"/>
              <a:t>|</a:t>
            </a:r>
            <a:r>
              <a:rPr spc="-45" dirty="0"/>
              <a:t> </a:t>
            </a:r>
            <a:r>
              <a:rPr lang="en-US" spc="-45" dirty="0"/>
              <a:t>Application Development - 1</a:t>
            </a:r>
            <a:r>
              <a:rPr spc="-45" dirty="0"/>
              <a:t> </a:t>
            </a:r>
            <a:r>
              <a:rPr spc="-465" dirty="0"/>
              <a:t>|</a:t>
            </a:r>
            <a:r>
              <a:rPr spc="-45" dirty="0"/>
              <a:t> </a:t>
            </a:r>
            <a:r>
              <a:rPr spc="-35" dirty="0" err="1"/>
              <a:t>B.Tech</a:t>
            </a:r>
            <a:r>
              <a:rPr spc="-40" dirty="0"/>
              <a:t> </a:t>
            </a:r>
            <a:r>
              <a:rPr dirty="0"/>
              <a:t>I</a:t>
            </a:r>
            <a:r>
              <a:rPr lang="en-US" dirty="0"/>
              <a:t>II</a:t>
            </a:r>
            <a:r>
              <a:rPr spc="-45" dirty="0"/>
              <a:t> </a:t>
            </a:r>
            <a:r>
              <a:rPr dirty="0"/>
              <a:t>Year</a:t>
            </a:r>
            <a:r>
              <a:rPr spc="-40" dirty="0"/>
              <a:t> </a:t>
            </a:r>
            <a:r>
              <a:rPr spc="295" dirty="0"/>
              <a:t>–</a:t>
            </a:r>
            <a:r>
              <a:rPr spc="-45" dirty="0"/>
              <a:t> </a:t>
            </a:r>
            <a:r>
              <a:rPr dirty="0"/>
              <a:t>I</a:t>
            </a:r>
            <a:r>
              <a:rPr spc="-45" dirty="0"/>
              <a:t> </a:t>
            </a:r>
            <a:r>
              <a:rPr spc="-25" dirty="0"/>
              <a:t>Sem</a:t>
            </a:r>
          </a:p>
        </p:txBody>
      </p:sp>
    </p:spTree>
    <p:extLst>
      <p:ext uri="{BB962C8B-B14F-4D97-AF65-F5344CB8AC3E}">
        <p14:creationId xmlns:p14="http://schemas.microsoft.com/office/powerpoint/2010/main" val="40109256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34D28-09CA-4993-8B79-0E20AD182616}"/>
              </a:ext>
            </a:extLst>
          </p:cNvPr>
          <p:cNvSpPr>
            <a:spLocks noGrp="1"/>
          </p:cNvSpPr>
          <p:nvPr>
            <p:ph type="title"/>
          </p:nvPr>
        </p:nvSpPr>
        <p:spPr>
          <a:xfrm>
            <a:off x="304800" y="678265"/>
            <a:ext cx="6037293" cy="430887"/>
          </a:xfrm>
        </p:spPr>
        <p:txBody>
          <a:bodyPr/>
          <a:lstStyle/>
          <a:p>
            <a:r>
              <a:rPr lang="en-US" sz="2800" dirty="0"/>
              <a:t>Disadvantages of Existing System</a:t>
            </a:r>
            <a:endParaRPr lang="en-IN" sz="2800" dirty="0"/>
          </a:p>
        </p:txBody>
      </p:sp>
      <p:sp>
        <p:nvSpPr>
          <p:cNvPr id="3" name="Text Placeholder 2">
            <a:extLst>
              <a:ext uri="{FF2B5EF4-FFF2-40B4-BE49-F238E27FC236}">
                <a16:creationId xmlns:a16="http://schemas.microsoft.com/office/drawing/2014/main" id="{9AD27F73-BB5A-1A7C-914B-2E84FDA5088C}"/>
              </a:ext>
            </a:extLst>
          </p:cNvPr>
          <p:cNvSpPr>
            <a:spLocks noGrp="1"/>
          </p:cNvSpPr>
          <p:nvPr>
            <p:ph type="body" idx="1"/>
          </p:nvPr>
        </p:nvSpPr>
        <p:spPr>
          <a:xfrm>
            <a:off x="720213" y="1106149"/>
            <a:ext cx="7640320" cy="5944641"/>
          </a:xfrm>
        </p:spPr>
        <p:txBody>
          <a:bodyPr/>
          <a:lstStyle/>
          <a:p>
            <a:pPr algn="just">
              <a:lnSpc>
                <a:spcPct val="150000"/>
              </a:lnSpc>
            </a:pPr>
            <a:endParaRPr lang="en-US" sz="2000" b="1" dirty="0">
              <a:solidFill>
                <a:srgbClr val="2C2926"/>
              </a:solidFill>
              <a:ea typeface="Inter" pitchFamily="34" charset="-122"/>
              <a:cs typeface="Inter" pitchFamily="34" charset="-120"/>
            </a:endParaRPr>
          </a:p>
          <a:p>
            <a:pPr marL="342900" indent="-342900" algn="just">
              <a:lnSpc>
                <a:spcPct val="150000"/>
              </a:lnSpc>
              <a:buFont typeface="Arial" panose="020B0604020202020204" pitchFamily="34" charset="0"/>
              <a:buChar char="•"/>
            </a:pPr>
            <a:r>
              <a:rPr lang="en-US" sz="2000" b="1" dirty="0">
                <a:solidFill>
                  <a:srgbClr val="2C2926"/>
                </a:solidFill>
                <a:ea typeface="Inter" pitchFamily="34" charset="-122"/>
                <a:cs typeface="Inter" pitchFamily="34" charset="-120"/>
              </a:rPr>
              <a:t>Easily Bypassed:</a:t>
            </a:r>
            <a:r>
              <a:rPr lang="en-US" sz="2000" dirty="0">
                <a:solidFill>
                  <a:srgbClr val="2C2926"/>
                </a:solidFill>
                <a:ea typeface="Inter" pitchFamily="34" charset="-122"/>
                <a:cs typeface="Inter" pitchFamily="34" charset="-120"/>
              </a:rPr>
              <a:t> Attackers can bypass the  rules with minor variations.</a:t>
            </a:r>
            <a:endParaRPr lang="en-US" sz="2000" dirty="0"/>
          </a:p>
          <a:p>
            <a:pPr marL="342900" indent="-342900" algn="just">
              <a:lnSpc>
                <a:spcPct val="150000"/>
              </a:lnSpc>
              <a:buFont typeface="Arial" panose="020B0604020202020204" pitchFamily="34" charset="0"/>
              <a:buChar char="•"/>
            </a:pPr>
            <a:r>
              <a:rPr lang="en-US" sz="2000" b="1" dirty="0">
                <a:solidFill>
                  <a:srgbClr val="2C2926"/>
                </a:solidFill>
                <a:ea typeface="Inter" pitchFamily="34" charset="-122"/>
                <a:cs typeface="Inter" pitchFamily="34" charset="-120"/>
              </a:rPr>
              <a:t>No Novel Attack Detection:</a:t>
            </a:r>
            <a:r>
              <a:rPr lang="en-US" sz="2000" dirty="0">
                <a:solidFill>
                  <a:srgbClr val="2C2926"/>
                </a:solidFill>
                <a:ea typeface="Inter" pitchFamily="34" charset="-122"/>
                <a:cs typeface="Inter" pitchFamily="34" charset="-120"/>
              </a:rPr>
              <a:t> Unable to identify new or unseen attack vectors.</a:t>
            </a:r>
            <a:endParaRPr lang="en-US" sz="2000" dirty="0"/>
          </a:p>
          <a:p>
            <a:pPr marL="342900" indent="-342900" algn="just">
              <a:lnSpc>
                <a:spcPct val="150000"/>
              </a:lnSpc>
              <a:buFont typeface="Arial" panose="020B0604020202020204" pitchFamily="34" charset="0"/>
              <a:buChar char="•"/>
            </a:pPr>
            <a:r>
              <a:rPr lang="en-US" sz="2000" b="1" dirty="0"/>
              <a:t>Poor Context Understanding:</a:t>
            </a:r>
            <a:r>
              <a:rPr lang="en-US" sz="2000" dirty="0"/>
              <a:t> Simple keyword matching fails to understand the nuance and context of a sentence, leading to both false positives (blocking safe queries) and false negatives (allowing cleverly disguised attacks).</a:t>
            </a:r>
            <a:endParaRPr lang="en-US" sz="2000" dirty="0">
              <a:solidFill>
                <a:srgbClr val="2C2926"/>
              </a:solidFill>
              <a:ea typeface="Inter" pitchFamily="34" charset="-122"/>
              <a:cs typeface="Inter" pitchFamily="34" charset="-120"/>
            </a:endParaRPr>
          </a:p>
          <a:p>
            <a:pPr marL="342900" indent="-342900" algn="just">
              <a:lnSpc>
                <a:spcPct val="150000"/>
              </a:lnSpc>
              <a:buFont typeface="Arial" panose="020B0604020202020204" pitchFamily="34" charset="0"/>
              <a:buChar char="•"/>
            </a:pPr>
            <a:r>
              <a:rPr lang="en-US" sz="2000" b="1" dirty="0"/>
              <a:t>No Confidence Scoring:</a:t>
            </a:r>
            <a:r>
              <a:rPr lang="en-US" sz="2000" dirty="0"/>
              <a:t> Existing systems do not provide a measure of how certain they are about a classification.</a:t>
            </a:r>
          </a:p>
          <a:p>
            <a:pPr marL="342900" indent="-342900" algn="just">
              <a:lnSpc>
                <a:spcPct val="150000"/>
              </a:lnSpc>
              <a:buFont typeface="Arial" panose="020B0604020202020204" pitchFamily="34" charset="0"/>
              <a:buChar char="•"/>
            </a:pPr>
            <a:endParaRPr lang="en-US" sz="2000" dirty="0"/>
          </a:p>
          <a:p>
            <a:pPr algn="just">
              <a:lnSpc>
                <a:spcPct val="150000"/>
              </a:lnSpc>
            </a:pPr>
            <a:endParaRPr lang="en-IN" sz="2000" dirty="0"/>
          </a:p>
        </p:txBody>
      </p:sp>
      <p:grpSp>
        <p:nvGrpSpPr>
          <p:cNvPr id="4" name="object 3">
            <a:extLst>
              <a:ext uri="{FF2B5EF4-FFF2-40B4-BE49-F238E27FC236}">
                <a16:creationId xmlns:a16="http://schemas.microsoft.com/office/drawing/2014/main" id="{48D43C95-03FC-A83D-40F8-1BC50DD9C5AC}"/>
              </a:ext>
            </a:extLst>
          </p:cNvPr>
          <p:cNvGrpSpPr/>
          <p:nvPr/>
        </p:nvGrpSpPr>
        <p:grpSpPr>
          <a:xfrm>
            <a:off x="34413" y="76200"/>
            <a:ext cx="9144000" cy="6858000"/>
            <a:chOff x="0" y="0"/>
            <a:chExt cx="9144000" cy="6858000"/>
          </a:xfrm>
        </p:grpSpPr>
        <p:sp>
          <p:nvSpPr>
            <p:cNvPr id="5" name="object 4">
              <a:extLst>
                <a:ext uri="{FF2B5EF4-FFF2-40B4-BE49-F238E27FC236}">
                  <a16:creationId xmlns:a16="http://schemas.microsoft.com/office/drawing/2014/main" id="{7DD8A967-13F2-43B4-C713-1D685C03E9E1}"/>
                </a:ext>
              </a:extLst>
            </p:cNvPr>
            <p:cNvSpPr/>
            <p:nvPr/>
          </p:nvSpPr>
          <p:spPr>
            <a:xfrm>
              <a:off x="142843" y="214289"/>
              <a:ext cx="8858885" cy="6430010"/>
            </a:xfrm>
            <a:custGeom>
              <a:avLst/>
              <a:gdLst/>
              <a:ahLst/>
              <a:cxnLst/>
              <a:rect l="l" t="t" r="r" b="b"/>
              <a:pathLst>
                <a:path w="8858885" h="6430009">
                  <a:moveTo>
                    <a:pt x="0" y="0"/>
                  </a:moveTo>
                  <a:lnTo>
                    <a:pt x="8858312" y="0"/>
                  </a:lnTo>
                  <a:lnTo>
                    <a:pt x="8858312" y="6429419"/>
                  </a:lnTo>
                  <a:lnTo>
                    <a:pt x="0" y="6429419"/>
                  </a:lnTo>
                  <a:lnTo>
                    <a:pt x="0" y="0"/>
                  </a:lnTo>
                  <a:close/>
                </a:path>
              </a:pathLst>
            </a:custGeom>
            <a:ln w="25399">
              <a:solidFill>
                <a:srgbClr val="385E88"/>
              </a:solidFill>
            </a:ln>
          </p:spPr>
          <p:txBody>
            <a:bodyPr wrap="square" lIns="0" tIns="0" rIns="0" bIns="0" rtlCol="0"/>
            <a:lstStyle/>
            <a:p>
              <a:endParaRPr/>
            </a:p>
          </p:txBody>
        </p:sp>
        <p:sp>
          <p:nvSpPr>
            <p:cNvPr id="6" name="object 5">
              <a:extLst>
                <a:ext uri="{FF2B5EF4-FFF2-40B4-BE49-F238E27FC236}">
                  <a16:creationId xmlns:a16="http://schemas.microsoft.com/office/drawing/2014/main" id="{9D8E6C11-ECF4-2D17-078C-23131B325496}"/>
                </a:ext>
              </a:extLst>
            </p:cNvPr>
            <p:cNvSpPr/>
            <p:nvPr/>
          </p:nvSpPr>
          <p:spPr>
            <a:xfrm>
              <a:off x="0" y="0"/>
              <a:ext cx="9144000" cy="6858000"/>
            </a:xfrm>
            <a:custGeom>
              <a:avLst/>
              <a:gdLst/>
              <a:ahLst/>
              <a:cxnLst/>
              <a:rect l="l" t="t" r="r" b="b"/>
              <a:pathLst>
                <a:path w="9144000" h="6858000">
                  <a:moveTo>
                    <a:pt x="9144000" y="6679184"/>
                  </a:moveTo>
                  <a:lnTo>
                    <a:pt x="0" y="6679184"/>
                  </a:lnTo>
                  <a:lnTo>
                    <a:pt x="0" y="6858000"/>
                  </a:lnTo>
                  <a:lnTo>
                    <a:pt x="9144000" y="6858000"/>
                  </a:lnTo>
                  <a:lnTo>
                    <a:pt x="9144000" y="6679184"/>
                  </a:lnTo>
                  <a:close/>
                </a:path>
                <a:path w="9144000" h="6858000">
                  <a:moveTo>
                    <a:pt x="9144000" y="0"/>
                  </a:moveTo>
                  <a:lnTo>
                    <a:pt x="0" y="0"/>
                  </a:lnTo>
                  <a:lnTo>
                    <a:pt x="0" y="178828"/>
                  </a:lnTo>
                  <a:lnTo>
                    <a:pt x="9144000" y="178828"/>
                  </a:lnTo>
                  <a:lnTo>
                    <a:pt x="9144000" y="0"/>
                  </a:lnTo>
                  <a:close/>
                </a:path>
              </a:pathLst>
            </a:custGeom>
            <a:solidFill>
              <a:srgbClr val="00B0F0"/>
            </a:solidFill>
          </p:spPr>
          <p:txBody>
            <a:bodyPr wrap="square" lIns="0" tIns="0" rIns="0" bIns="0" rtlCol="0"/>
            <a:lstStyle/>
            <a:p>
              <a:endParaRPr/>
            </a:p>
          </p:txBody>
        </p:sp>
        <p:pic>
          <p:nvPicPr>
            <p:cNvPr id="7" name="object 6">
              <a:extLst>
                <a:ext uri="{FF2B5EF4-FFF2-40B4-BE49-F238E27FC236}">
                  <a16:creationId xmlns:a16="http://schemas.microsoft.com/office/drawing/2014/main" id="{02D54889-B326-E82A-B46C-16E3CBA39144}"/>
                </a:ext>
              </a:extLst>
            </p:cNvPr>
            <p:cNvPicPr/>
            <p:nvPr/>
          </p:nvPicPr>
          <p:blipFill>
            <a:blip r:embed="rId2" cstate="print"/>
            <a:stretch>
              <a:fillRect/>
            </a:stretch>
          </p:blipFill>
          <p:spPr>
            <a:xfrm>
              <a:off x="7924590" y="285728"/>
              <a:ext cx="996639" cy="995635"/>
            </a:xfrm>
            <a:prstGeom prst="rect">
              <a:avLst/>
            </a:prstGeom>
          </p:spPr>
        </p:pic>
      </p:grpSp>
      <p:sp>
        <p:nvSpPr>
          <p:cNvPr id="8" name="object 9">
            <a:extLst>
              <a:ext uri="{FF2B5EF4-FFF2-40B4-BE49-F238E27FC236}">
                <a16:creationId xmlns:a16="http://schemas.microsoft.com/office/drawing/2014/main" id="{3390B127-22F3-235E-9C67-326A7C0D3E42}"/>
              </a:ext>
            </a:extLst>
          </p:cNvPr>
          <p:cNvSpPr txBox="1">
            <a:spLocks noGrp="1"/>
          </p:cNvSpPr>
          <p:nvPr>
            <p:ph type="dt" sz="half" idx="6"/>
          </p:nvPr>
        </p:nvSpPr>
        <p:spPr>
          <a:xfrm>
            <a:off x="720213" y="6729016"/>
            <a:ext cx="8087328" cy="205184"/>
          </a:xfrm>
          <a:prstGeom prst="rect">
            <a:avLst/>
          </a:prstGeom>
        </p:spPr>
        <p:txBody>
          <a:bodyPr vert="horz" wrap="square" lIns="0" tIns="0" rIns="0" bIns="0" rtlCol="0">
            <a:spAutoFit/>
          </a:bodyPr>
          <a:lstStyle/>
          <a:p>
            <a:pPr>
              <a:lnSpc>
                <a:spcPts val="1590"/>
              </a:lnSpc>
            </a:pPr>
            <a:r>
              <a:rPr dirty="0"/>
              <a:t>Department</a:t>
            </a:r>
            <a:r>
              <a:rPr spc="-45" dirty="0"/>
              <a:t> </a:t>
            </a:r>
            <a:r>
              <a:rPr dirty="0"/>
              <a:t>of</a:t>
            </a:r>
            <a:r>
              <a:rPr spc="-45" dirty="0"/>
              <a:t> </a:t>
            </a:r>
            <a:r>
              <a:rPr dirty="0"/>
              <a:t>Computational</a:t>
            </a:r>
            <a:r>
              <a:rPr spc="-40" dirty="0"/>
              <a:t> </a:t>
            </a:r>
            <a:r>
              <a:rPr dirty="0"/>
              <a:t>Intelligence</a:t>
            </a:r>
            <a:r>
              <a:rPr spc="-45" dirty="0"/>
              <a:t> </a:t>
            </a:r>
            <a:r>
              <a:rPr spc="-465" dirty="0"/>
              <a:t>|</a:t>
            </a:r>
            <a:r>
              <a:rPr spc="-45" dirty="0"/>
              <a:t> </a:t>
            </a:r>
            <a:r>
              <a:rPr lang="en-US" spc="-45" dirty="0"/>
              <a:t>Application Development - 1</a:t>
            </a:r>
            <a:r>
              <a:rPr spc="-45" dirty="0"/>
              <a:t> </a:t>
            </a:r>
            <a:r>
              <a:rPr spc="-465" dirty="0"/>
              <a:t>|</a:t>
            </a:r>
            <a:r>
              <a:rPr spc="-45" dirty="0"/>
              <a:t> </a:t>
            </a:r>
            <a:r>
              <a:rPr spc="-35" dirty="0" err="1"/>
              <a:t>B.Tech</a:t>
            </a:r>
            <a:r>
              <a:rPr spc="-40" dirty="0"/>
              <a:t> </a:t>
            </a:r>
            <a:r>
              <a:rPr dirty="0"/>
              <a:t>I</a:t>
            </a:r>
            <a:r>
              <a:rPr lang="en-US" dirty="0"/>
              <a:t>II</a:t>
            </a:r>
            <a:r>
              <a:rPr spc="-45" dirty="0"/>
              <a:t> </a:t>
            </a:r>
            <a:r>
              <a:rPr dirty="0"/>
              <a:t>Year</a:t>
            </a:r>
            <a:r>
              <a:rPr spc="-40" dirty="0"/>
              <a:t> </a:t>
            </a:r>
            <a:r>
              <a:rPr spc="295" dirty="0"/>
              <a:t>–</a:t>
            </a:r>
            <a:r>
              <a:rPr spc="-45" dirty="0"/>
              <a:t> </a:t>
            </a:r>
            <a:r>
              <a:rPr dirty="0"/>
              <a:t>I</a:t>
            </a:r>
            <a:r>
              <a:rPr spc="-45" dirty="0"/>
              <a:t> </a:t>
            </a:r>
            <a:r>
              <a:rPr spc="-25" dirty="0"/>
              <a:t>Sem</a:t>
            </a:r>
          </a:p>
        </p:txBody>
      </p:sp>
    </p:spTree>
    <p:extLst>
      <p:ext uri="{BB962C8B-B14F-4D97-AF65-F5344CB8AC3E}">
        <p14:creationId xmlns:p14="http://schemas.microsoft.com/office/powerpoint/2010/main" val="1743187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0" y="0"/>
            <a:ext cx="9144000" cy="1281430"/>
            <a:chOff x="0" y="0"/>
            <a:chExt cx="9144000" cy="1281430"/>
          </a:xfrm>
        </p:grpSpPr>
        <p:sp>
          <p:nvSpPr>
            <p:cNvPr id="4" name="object 4"/>
            <p:cNvSpPr/>
            <p:nvPr/>
          </p:nvSpPr>
          <p:spPr>
            <a:xfrm>
              <a:off x="0" y="0"/>
              <a:ext cx="9144000" cy="179070"/>
            </a:xfrm>
            <a:custGeom>
              <a:avLst/>
              <a:gdLst/>
              <a:ahLst/>
              <a:cxnLst/>
              <a:rect l="l" t="t" r="r" b="b"/>
              <a:pathLst>
                <a:path w="9144000" h="179070">
                  <a:moveTo>
                    <a:pt x="9143999" y="178827"/>
                  </a:moveTo>
                  <a:lnTo>
                    <a:pt x="0" y="178827"/>
                  </a:lnTo>
                  <a:lnTo>
                    <a:pt x="0" y="0"/>
                  </a:lnTo>
                  <a:lnTo>
                    <a:pt x="9143999" y="0"/>
                  </a:lnTo>
                  <a:lnTo>
                    <a:pt x="9143999" y="178827"/>
                  </a:lnTo>
                  <a:close/>
                </a:path>
              </a:pathLst>
            </a:custGeom>
            <a:solidFill>
              <a:srgbClr val="00B0F0"/>
            </a:solidFill>
          </p:spPr>
          <p:txBody>
            <a:bodyPr wrap="square" lIns="0" tIns="0" rIns="0" bIns="0" rtlCol="0"/>
            <a:lstStyle/>
            <a:p>
              <a:endParaRPr/>
            </a:p>
          </p:txBody>
        </p:sp>
        <p:pic>
          <p:nvPicPr>
            <p:cNvPr id="5" name="object 5"/>
            <p:cNvPicPr/>
            <p:nvPr/>
          </p:nvPicPr>
          <p:blipFill>
            <a:blip r:embed="rId3" cstate="print"/>
            <a:stretch>
              <a:fillRect/>
            </a:stretch>
          </p:blipFill>
          <p:spPr>
            <a:xfrm>
              <a:off x="7924590" y="285728"/>
              <a:ext cx="996639" cy="995635"/>
            </a:xfrm>
            <a:prstGeom prst="rect">
              <a:avLst/>
            </a:prstGeom>
          </p:spPr>
        </p:pic>
      </p:grpSp>
      <p:grpSp>
        <p:nvGrpSpPr>
          <p:cNvPr id="10" name="object 10"/>
          <p:cNvGrpSpPr/>
          <p:nvPr/>
        </p:nvGrpSpPr>
        <p:grpSpPr>
          <a:xfrm>
            <a:off x="0" y="220107"/>
            <a:ext cx="9144000" cy="6643953"/>
            <a:chOff x="0" y="214289"/>
            <a:chExt cx="9144000" cy="6643953"/>
          </a:xfrm>
        </p:grpSpPr>
        <p:sp>
          <p:nvSpPr>
            <p:cNvPr id="11" name="object 11"/>
            <p:cNvSpPr/>
            <p:nvPr/>
          </p:nvSpPr>
          <p:spPr>
            <a:xfrm>
              <a:off x="0" y="6679172"/>
              <a:ext cx="9144000" cy="179070"/>
            </a:xfrm>
            <a:custGeom>
              <a:avLst/>
              <a:gdLst/>
              <a:ahLst/>
              <a:cxnLst/>
              <a:rect l="l" t="t" r="r" b="b"/>
              <a:pathLst>
                <a:path w="9144000" h="179070">
                  <a:moveTo>
                    <a:pt x="9143999" y="178799"/>
                  </a:moveTo>
                  <a:lnTo>
                    <a:pt x="0" y="178799"/>
                  </a:lnTo>
                  <a:lnTo>
                    <a:pt x="0" y="0"/>
                  </a:lnTo>
                  <a:lnTo>
                    <a:pt x="9143999" y="0"/>
                  </a:lnTo>
                  <a:lnTo>
                    <a:pt x="9143999" y="178799"/>
                  </a:lnTo>
                  <a:close/>
                </a:path>
              </a:pathLst>
            </a:custGeom>
            <a:solidFill>
              <a:srgbClr val="00B0F0"/>
            </a:solidFill>
          </p:spPr>
          <p:txBody>
            <a:bodyPr wrap="square" lIns="0" tIns="0" rIns="0" bIns="0" rtlCol="0"/>
            <a:lstStyle/>
            <a:p>
              <a:endParaRPr dirty="0"/>
            </a:p>
          </p:txBody>
        </p:sp>
        <p:sp>
          <p:nvSpPr>
            <p:cNvPr id="12" name="object 12"/>
            <p:cNvSpPr/>
            <p:nvPr/>
          </p:nvSpPr>
          <p:spPr>
            <a:xfrm>
              <a:off x="142843" y="214289"/>
              <a:ext cx="8858885" cy="6429375"/>
            </a:xfrm>
            <a:custGeom>
              <a:avLst/>
              <a:gdLst/>
              <a:ahLst/>
              <a:cxnLst/>
              <a:rect l="l" t="t" r="r" b="b"/>
              <a:pathLst>
                <a:path w="8858885" h="6429375">
                  <a:moveTo>
                    <a:pt x="0" y="0"/>
                  </a:moveTo>
                  <a:lnTo>
                    <a:pt x="8858399" y="0"/>
                  </a:lnTo>
                  <a:lnTo>
                    <a:pt x="8858399" y="6429299"/>
                  </a:lnTo>
                  <a:lnTo>
                    <a:pt x="0" y="6429299"/>
                  </a:lnTo>
                  <a:lnTo>
                    <a:pt x="0" y="0"/>
                  </a:lnTo>
                  <a:close/>
                </a:path>
              </a:pathLst>
            </a:custGeom>
            <a:ln w="25399">
              <a:solidFill>
                <a:srgbClr val="385E88"/>
              </a:solidFill>
            </a:ln>
          </p:spPr>
          <p:txBody>
            <a:bodyPr wrap="square" lIns="0" tIns="0" rIns="0" bIns="0" rtlCol="0"/>
            <a:lstStyle/>
            <a:p>
              <a:endParaRPr/>
            </a:p>
          </p:txBody>
        </p:sp>
      </p:grpSp>
      <p:sp>
        <p:nvSpPr>
          <p:cNvPr id="22" name="Title 21">
            <a:extLst>
              <a:ext uri="{FF2B5EF4-FFF2-40B4-BE49-F238E27FC236}">
                <a16:creationId xmlns:a16="http://schemas.microsoft.com/office/drawing/2014/main" id="{E0F995FA-3209-69C3-BF8C-0661C05D6FC1}"/>
              </a:ext>
            </a:extLst>
          </p:cNvPr>
          <p:cNvSpPr>
            <a:spLocks noGrp="1"/>
          </p:cNvSpPr>
          <p:nvPr>
            <p:ph type="title"/>
          </p:nvPr>
        </p:nvSpPr>
        <p:spPr>
          <a:xfrm>
            <a:off x="398738" y="630367"/>
            <a:ext cx="3979893" cy="553998"/>
          </a:xfrm>
        </p:spPr>
        <p:txBody>
          <a:bodyPr/>
          <a:lstStyle/>
          <a:p>
            <a:pPr algn="just"/>
            <a:r>
              <a:rPr lang="en-US" dirty="0"/>
              <a:t>Proposed System</a:t>
            </a:r>
            <a:endParaRPr lang="en-IN" dirty="0"/>
          </a:p>
        </p:txBody>
      </p:sp>
      <p:sp>
        <p:nvSpPr>
          <p:cNvPr id="26" name="Text 5">
            <a:extLst>
              <a:ext uri="{FF2B5EF4-FFF2-40B4-BE49-F238E27FC236}">
                <a16:creationId xmlns:a16="http://schemas.microsoft.com/office/drawing/2014/main" id="{E37FAFB6-C578-2B87-4DE6-4865D0C602AB}"/>
              </a:ext>
            </a:extLst>
          </p:cNvPr>
          <p:cNvSpPr/>
          <p:nvPr/>
        </p:nvSpPr>
        <p:spPr>
          <a:xfrm>
            <a:off x="4883126" y="3428976"/>
            <a:ext cx="5527638" cy="4615458"/>
          </a:xfrm>
          <a:prstGeom prst="rect">
            <a:avLst/>
          </a:prstGeom>
          <a:noFill/>
          <a:ln/>
        </p:spPr>
        <p:txBody>
          <a:bodyPr wrap="none" lIns="0" tIns="0" rIns="0" bIns="0" rtlCol="0" anchor="t"/>
          <a:lstStyle/>
          <a:p>
            <a:pPr marL="0" indent="0" algn="l">
              <a:lnSpc>
                <a:spcPts val="2750"/>
              </a:lnSpc>
              <a:buNone/>
            </a:pPr>
            <a:endParaRPr lang="en-US" sz="2200" dirty="0"/>
          </a:p>
        </p:txBody>
      </p:sp>
      <p:sp>
        <p:nvSpPr>
          <p:cNvPr id="2" name="object 9">
            <a:extLst>
              <a:ext uri="{FF2B5EF4-FFF2-40B4-BE49-F238E27FC236}">
                <a16:creationId xmlns:a16="http://schemas.microsoft.com/office/drawing/2014/main" id="{01F17777-FE56-6393-F502-E48D9F3353AA}"/>
              </a:ext>
            </a:extLst>
          </p:cNvPr>
          <p:cNvSpPr txBox="1">
            <a:spLocks/>
          </p:cNvSpPr>
          <p:nvPr/>
        </p:nvSpPr>
        <p:spPr>
          <a:xfrm>
            <a:off x="635152" y="6679172"/>
            <a:ext cx="8087328" cy="205184"/>
          </a:xfrm>
          <a:prstGeom prst="rect">
            <a:avLst/>
          </a:prstGeom>
        </p:spPr>
        <p:txBody>
          <a:bodyPr vert="horz" wrap="square" lIns="0" tIns="0" rIns="0" bIns="0" rtlCol="0">
            <a:spAutoFit/>
          </a:bodyPr>
          <a:lstStyle>
            <a:defPPr>
              <a:defRPr kern="0"/>
            </a:defPPr>
            <a:lvl1pPr>
              <a:defRPr sz="1400" b="1" i="0">
                <a:solidFill>
                  <a:schemeClr val="tx1"/>
                </a:solidFill>
                <a:latin typeface="Trebuchet MS"/>
                <a:cs typeface="Trebuchet MS"/>
              </a:defRPr>
            </a:lvl1pPr>
          </a:lstStyle>
          <a:p>
            <a:pPr>
              <a:lnSpc>
                <a:spcPts val="1590"/>
              </a:lnSpc>
            </a:pPr>
            <a:r>
              <a:rPr lang="en-US" dirty="0"/>
              <a:t>Department</a:t>
            </a:r>
            <a:r>
              <a:rPr lang="en-US" spc="-45" dirty="0"/>
              <a:t> </a:t>
            </a:r>
            <a:r>
              <a:rPr lang="en-US" dirty="0"/>
              <a:t>of</a:t>
            </a:r>
            <a:r>
              <a:rPr lang="en-US" spc="-45" dirty="0"/>
              <a:t> </a:t>
            </a:r>
            <a:r>
              <a:rPr lang="en-US" dirty="0"/>
              <a:t>Computational</a:t>
            </a:r>
            <a:r>
              <a:rPr lang="en-US" spc="-40" dirty="0"/>
              <a:t> </a:t>
            </a:r>
            <a:r>
              <a:rPr lang="en-US" dirty="0"/>
              <a:t>Intelligence</a:t>
            </a:r>
            <a:r>
              <a:rPr lang="en-US" spc="-45" dirty="0"/>
              <a:t> </a:t>
            </a:r>
            <a:r>
              <a:rPr lang="en-US" spc="-465" dirty="0"/>
              <a:t>|</a:t>
            </a:r>
            <a:r>
              <a:rPr lang="en-US" spc="-45" dirty="0"/>
              <a:t> Application Development - 1 </a:t>
            </a:r>
            <a:r>
              <a:rPr lang="en-US" spc="-465" dirty="0"/>
              <a:t>|</a:t>
            </a:r>
            <a:r>
              <a:rPr lang="en-US" spc="-45" dirty="0"/>
              <a:t> </a:t>
            </a:r>
            <a:r>
              <a:rPr lang="en-US" spc="-35" dirty="0" err="1"/>
              <a:t>B.Tech</a:t>
            </a:r>
            <a:r>
              <a:rPr lang="en-US" spc="-40" dirty="0"/>
              <a:t> </a:t>
            </a:r>
            <a:r>
              <a:rPr lang="en-US" dirty="0"/>
              <a:t>III</a:t>
            </a:r>
            <a:r>
              <a:rPr lang="en-US" spc="-45" dirty="0"/>
              <a:t> </a:t>
            </a:r>
            <a:r>
              <a:rPr lang="en-US" dirty="0"/>
              <a:t>Year</a:t>
            </a:r>
            <a:r>
              <a:rPr lang="en-US" spc="-40" dirty="0"/>
              <a:t> </a:t>
            </a:r>
            <a:r>
              <a:rPr lang="en-US" spc="295" dirty="0"/>
              <a:t>–</a:t>
            </a:r>
            <a:r>
              <a:rPr lang="en-US" spc="-45" dirty="0"/>
              <a:t> </a:t>
            </a:r>
            <a:r>
              <a:rPr lang="en-US" dirty="0"/>
              <a:t>I</a:t>
            </a:r>
            <a:r>
              <a:rPr lang="en-US" spc="-45" dirty="0"/>
              <a:t> </a:t>
            </a:r>
            <a:r>
              <a:rPr lang="en-US" spc="-25" dirty="0"/>
              <a:t>Sem</a:t>
            </a:r>
          </a:p>
        </p:txBody>
      </p:sp>
      <p:sp>
        <p:nvSpPr>
          <p:cNvPr id="7" name="TextBox 6">
            <a:extLst>
              <a:ext uri="{FF2B5EF4-FFF2-40B4-BE49-F238E27FC236}">
                <a16:creationId xmlns:a16="http://schemas.microsoft.com/office/drawing/2014/main" id="{DBD1DC2A-4BCD-E974-37E4-A56543C3B5AF}"/>
              </a:ext>
            </a:extLst>
          </p:cNvPr>
          <p:cNvSpPr txBox="1"/>
          <p:nvPr/>
        </p:nvSpPr>
        <p:spPr>
          <a:xfrm>
            <a:off x="398738" y="1790445"/>
            <a:ext cx="8024171" cy="4190314"/>
          </a:xfrm>
          <a:prstGeom prst="rect">
            <a:avLst/>
          </a:prstGeom>
          <a:noFill/>
        </p:spPr>
        <p:txBody>
          <a:bodyPr wrap="square">
            <a:spAutoFit/>
          </a:bodyPr>
          <a:lstStyle/>
          <a:p>
            <a:pPr algn="just">
              <a:lnSpc>
                <a:spcPct val="150000"/>
              </a:lnSpc>
            </a:pPr>
            <a:r>
              <a:rPr lang="en-GB" sz="2000" dirty="0"/>
              <a:t>We develop a hybrid AI security system that combines supervised and unsupervised learning for comprehensive threat detection. Our solution uses calibrated Random Forest for known attacks and Isolation Forest for novel patterns, providing real-time analysis with confidence scoring. The system offers full transparency through explainable AI features and continuous learning capabilities for enterprise deployment.</a:t>
            </a:r>
          </a:p>
          <a:p>
            <a:pPr algn="just">
              <a:lnSpc>
                <a:spcPct val="150000"/>
              </a:lnSpc>
            </a:pPr>
            <a:endParaRPr lang="en-GB" sz="2000" dirty="0"/>
          </a:p>
          <a:p>
            <a:pPr algn="just">
              <a:lnSpc>
                <a:spcPct val="150000"/>
              </a:lnSpc>
            </a:pPr>
            <a:endParaRPr lang="en-GB"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574B2-ACCB-3623-E00B-8BE8ABBCE85A}"/>
              </a:ext>
            </a:extLst>
          </p:cNvPr>
          <p:cNvSpPr>
            <a:spLocks noGrp="1"/>
          </p:cNvSpPr>
          <p:nvPr>
            <p:ph type="title"/>
          </p:nvPr>
        </p:nvSpPr>
        <p:spPr>
          <a:xfrm>
            <a:off x="287306" y="443529"/>
            <a:ext cx="4284693" cy="553998"/>
          </a:xfrm>
        </p:spPr>
        <p:txBody>
          <a:bodyPr/>
          <a:lstStyle/>
          <a:p>
            <a:pPr algn="just"/>
            <a:r>
              <a:rPr lang="en-US" dirty="0"/>
              <a:t>Proposed system</a:t>
            </a:r>
            <a:endParaRPr lang="en-IN" dirty="0"/>
          </a:p>
        </p:txBody>
      </p:sp>
      <p:sp>
        <p:nvSpPr>
          <p:cNvPr id="3" name="Text Placeholder 2">
            <a:extLst>
              <a:ext uri="{FF2B5EF4-FFF2-40B4-BE49-F238E27FC236}">
                <a16:creationId xmlns:a16="http://schemas.microsoft.com/office/drawing/2014/main" id="{80B00BD2-3930-E24D-D6D4-DE01B216C884}"/>
              </a:ext>
            </a:extLst>
          </p:cNvPr>
          <p:cNvSpPr>
            <a:spLocks noGrp="1"/>
          </p:cNvSpPr>
          <p:nvPr>
            <p:ph type="body" idx="1"/>
          </p:nvPr>
        </p:nvSpPr>
        <p:spPr>
          <a:xfrm>
            <a:off x="661219" y="1905000"/>
            <a:ext cx="7640320" cy="2712987"/>
          </a:xfrm>
        </p:spPr>
        <p:txBody>
          <a:bodyPr/>
          <a:lstStyle/>
          <a:p>
            <a:pPr algn="just">
              <a:lnSpc>
                <a:spcPct val="150000"/>
              </a:lnSpc>
            </a:pPr>
            <a:r>
              <a:rPr lang="en-US" sz="2000" dirty="0"/>
              <a:t>Our self-hosted hybrid AI security system employs advanced TF-IDF vectorization with n-grams and combines Random Forest with Isolation Forest to detect malicious prompts in real-time. It ensures data privacy, eliminates API costs, provides explainable results, and achieves high accuracy under 100ms without external dependencies</a:t>
            </a:r>
            <a:endParaRPr lang="en-IN" sz="2000" dirty="0"/>
          </a:p>
        </p:txBody>
      </p:sp>
      <p:grpSp>
        <p:nvGrpSpPr>
          <p:cNvPr id="4" name="object 3">
            <a:extLst>
              <a:ext uri="{FF2B5EF4-FFF2-40B4-BE49-F238E27FC236}">
                <a16:creationId xmlns:a16="http://schemas.microsoft.com/office/drawing/2014/main" id="{DE2E2E33-2216-0CD3-1199-135DD5D2D099}"/>
              </a:ext>
            </a:extLst>
          </p:cNvPr>
          <p:cNvGrpSpPr/>
          <p:nvPr/>
        </p:nvGrpSpPr>
        <p:grpSpPr>
          <a:xfrm>
            <a:off x="-24581" y="40406"/>
            <a:ext cx="9144000" cy="6858000"/>
            <a:chOff x="0" y="0"/>
            <a:chExt cx="9144000" cy="6858000"/>
          </a:xfrm>
        </p:grpSpPr>
        <p:sp>
          <p:nvSpPr>
            <p:cNvPr id="5" name="object 4">
              <a:extLst>
                <a:ext uri="{FF2B5EF4-FFF2-40B4-BE49-F238E27FC236}">
                  <a16:creationId xmlns:a16="http://schemas.microsoft.com/office/drawing/2014/main" id="{C65726F5-F270-4BDE-B794-340E5F30272A}"/>
                </a:ext>
              </a:extLst>
            </p:cNvPr>
            <p:cNvSpPr/>
            <p:nvPr/>
          </p:nvSpPr>
          <p:spPr>
            <a:xfrm>
              <a:off x="142843" y="214289"/>
              <a:ext cx="8858885" cy="6430010"/>
            </a:xfrm>
            <a:custGeom>
              <a:avLst/>
              <a:gdLst/>
              <a:ahLst/>
              <a:cxnLst/>
              <a:rect l="l" t="t" r="r" b="b"/>
              <a:pathLst>
                <a:path w="8858885" h="6430009">
                  <a:moveTo>
                    <a:pt x="0" y="0"/>
                  </a:moveTo>
                  <a:lnTo>
                    <a:pt x="8858312" y="0"/>
                  </a:lnTo>
                  <a:lnTo>
                    <a:pt x="8858312" y="6429419"/>
                  </a:lnTo>
                  <a:lnTo>
                    <a:pt x="0" y="6429419"/>
                  </a:lnTo>
                  <a:lnTo>
                    <a:pt x="0" y="0"/>
                  </a:lnTo>
                  <a:close/>
                </a:path>
              </a:pathLst>
            </a:custGeom>
            <a:ln w="25399">
              <a:solidFill>
                <a:srgbClr val="385E88"/>
              </a:solidFill>
            </a:ln>
          </p:spPr>
          <p:txBody>
            <a:bodyPr wrap="square" lIns="0" tIns="0" rIns="0" bIns="0" rtlCol="0"/>
            <a:lstStyle/>
            <a:p>
              <a:endParaRPr/>
            </a:p>
          </p:txBody>
        </p:sp>
        <p:sp>
          <p:nvSpPr>
            <p:cNvPr id="6" name="object 5">
              <a:extLst>
                <a:ext uri="{FF2B5EF4-FFF2-40B4-BE49-F238E27FC236}">
                  <a16:creationId xmlns:a16="http://schemas.microsoft.com/office/drawing/2014/main" id="{3D1DD4C8-54D8-778F-0CBD-2CD05FD2D631}"/>
                </a:ext>
              </a:extLst>
            </p:cNvPr>
            <p:cNvSpPr/>
            <p:nvPr/>
          </p:nvSpPr>
          <p:spPr>
            <a:xfrm>
              <a:off x="0" y="0"/>
              <a:ext cx="9144000" cy="6858000"/>
            </a:xfrm>
            <a:custGeom>
              <a:avLst/>
              <a:gdLst/>
              <a:ahLst/>
              <a:cxnLst/>
              <a:rect l="l" t="t" r="r" b="b"/>
              <a:pathLst>
                <a:path w="9144000" h="6858000">
                  <a:moveTo>
                    <a:pt x="9144000" y="6679184"/>
                  </a:moveTo>
                  <a:lnTo>
                    <a:pt x="0" y="6679184"/>
                  </a:lnTo>
                  <a:lnTo>
                    <a:pt x="0" y="6858000"/>
                  </a:lnTo>
                  <a:lnTo>
                    <a:pt x="9144000" y="6858000"/>
                  </a:lnTo>
                  <a:lnTo>
                    <a:pt x="9144000" y="6679184"/>
                  </a:lnTo>
                  <a:close/>
                </a:path>
                <a:path w="9144000" h="6858000">
                  <a:moveTo>
                    <a:pt x="9144000" y="0"/>
                  </a:moveTo>
                  <a:lnTo>
                    <a:pt x="0" y="0"/>
                  </a:lnTo>
                  <a:lnTo>
                    <a:pt x="0" y="178828"/>
                  </a:lnTo>
                  <a:lnTo>
                    <a:pt x="9144000" y="178828"/>
                  </a:lnTo>
                  <a:lnTo>
                    <a:pt x="9144000" y="0"/>
                  </a:lnTo>
                  <a:close/>
                </a:path>
              </a:pathLst>
            </a:custGeom>
            <a:solidFill>
              <a:srgbClr val="00B0F0"/>
            </a:solidFill>
          </p:spPr>
          <p:txBody>
            <a:bodyPr wrap="square" lIns="0" tIns="0" rIns="0" bIns="0" rtlCol="0"/>
            <a:lstStyle/>
            <a:p>
              <a:endParaRPr/>
            </a:p>
          </p:txBody>
        </p:sp>
        <p:pic>
          <p:nvPicPr>
            <p:cNvPr id="7" name="object 6">
              <a:extLst>
                <a:ext uri="{FF2B5EF4-FFF2-40B4-BE49-F238E27FC236}">
                  <a16:creationId xmlns:a16="http://schemas.microsoft.com/office/drawing/2014/main" id="{8EA16FA2-A43B-DABC-A490-EB3F3397E911}"/>
                </a:ext>
              </a:extLst>
            </p:cNvPr>
            <p:cNvPicPr/>
            <p:nvPr/>
          </p:nvPicPr>
          <p:blipFill>
            <a:blip r:embed="rId2" cstate="print"/>
            <a:stretch>
              <a:fillRect/>
            </a:stretch>
          </p:blipFill>
          <p:spPr>
            <a:xfrm>
              <a:off x="7924590" y="285728"/>
              <a:ext cx="996639" cy="995635"/>
            </a:xfrm>
            <a:prstGeom prst="rect">
              <a:avLst/>
            </a:prstGeom>
          </p:spPr>
        </p:pic>
      </p:grpSp>
      <p:sp>
        <p:nvSpPr>
          <p:cNvPr id="8" name="object 9">
            <a:extLst>
              <a:ext uri="{FF2B5EF4-FFF2-40B4-BE49-F238E27FC236}">
                <a16:creationId xmlns:a16="http://schemas.microsoft.com/office/drawing/2014/main" id="{E374E2BD-5861-EBF4-FFFD-4C0B4BA40881}"/>
              </a:ext>
            </a:extLst>
          </p:cNvPr>
          <p:cNvSpPr txBox="1">
            <a:spLocks noGrp="1"/>
          </p:cNvSpPr>
          <p:nvPr>
            <p:ph type="dt" sz="half" idx="6"/>
          </p:nvPr>
        </p:nvSpPr>
        <p:spPr>
          <a:xfrm>
            <a:off x="661219" y="6693222"/>
            <a:ext cx="8087328" cy="205184"/>
          </a:xfrm>
          <a:prstGeom prst="rect">
            <a:avLst/>
          </a:prstGeom>
        </p:spPr>
        <p:txBody>
          <a:bodyPr vert="horz" wrap="square" lIns="0" tIns="0" rIns="0" bIns="0" rtlCol="0">
            <a:spAutoFit/>
          </a:bodyPr>
          <a:lstStyle/>
          <a:p>
            <a:pPr>
              <a:lnSpc>
                <a:spcPts val="1590"/>
              </a:lnSpc>
            </a:pPr>
            <a:r>
              <a:rPr dirty="0"/>
              <a:t>Department</a:t>
            </a:r>
            <a:r>
              <a:rPr spc="-45" dirty="0"/>
              <a:t> </a:t>
            </a:r>
            <a:r>
              <a:rPr dirty="0"/>
              <a:t>of</a:t>
            </a:r>
            <a:r>
              <a:rPr spc="-45" dirty="0"/>
              <a:t> </a:t>
            </a:r>
            <a:r>
              <a:rPr dirty="0"/>
              <a:t>Computational</a:t>
            </a:r>
            <a:r>
              <a:rPr spc="-40" dirty="0"/>
              <a:t> </a:t>
            </a:r>
            <a:r>
              <a:rPr dirty="0"/>
              <a:t>Intelligence</a:t>
            </a:r>
            <a:r>
              <a:rPr spc="-45" dirty="0"/>
              <a:t> </a:t>
            </a:r>
            <a:r>
              <a:rPr spc="-465" dirty="0"/>
              <a:t>|</a:t>
            </a:r>
            <a:r>
              <a:rPr spc="-45" dirty="0"/>
              <a:t> </a:t>
            </a:r>
            <a:r>
              <a:rPr lang="en-US" spc="-45" dirty="0"/>
              <a:t>Application Development - 1</a:t>
            </a:r>
            <a:r>
              <a:rPr spc="-45" dirty="0"/>
              <a:t> </a:t>
            </a:r>
            <a:r>
              <a:rPr spc="-465" dirty="0"/>
              <a:t>|</a:t>
            </a:r>
            <a:r>
              <a:rPr spc="-45" dirty="0"/>
              <a:t> </a:t>
            </a:r>
            <a:r>
              <a:rPr spc="-35" dirty="0" err="1"/>
              <a:t>B.Tech</a:t>
            </a:r>
            <a:r>
              <a:rPr spc="-40" dirty="0"/>
              <a:t> </a:t>
            </a:r>
            <a:r>
              <a:rPr dirty="0"/>
              <a:t>I</a:t>
            </a:r>
            <a:r>
              <a:rPr lang="en-US" dirty="0"/>
              <a:t>II</a:t>
            </a:r>
            <a:r>
              <a:rPr spc="-45" dirty="0"/>
              <a:t> </a:t>
            </a:r>
            <a:r>
              <a:rPr dirty="0"/>
              <a:t>Year</a:t>
            </a:r>
            <a:r>
              <a:rPr spc="-40" dirty="0"/>
              <a:t> </a:t>
            </a:r>
            <a:r>
              <a:rPr spc="295" dirty="0"/>
              <a:t>–</a:t>
            </a:r>
            <a:r>
              <a:rPr spc="-45" dirty="0"/>
              <a:t> </a:t>
            </a:r>
            <a:r>
              <a:rPr dirty="0"/>
              <a:t>I</a:t>
            </a:r>
            <a:r>
              <a:rPr spc="-45" dirty="0"/>
              <a:t> </a:t>
            </a:r>
            <a:r>
              <a:rPr spc="-25" dirty="0"/>
              <a:t>Sem</a:t>
            </a:r>
          </a:p>
        </p:txBody>
      </p:sp>
    </p:spTree>
    <p:extLst>
      <p:ext uri="{BB962C8B-B14F-4D97-AF65-F5344CB8AC3E}">
        <p14:creationId xmlns:p14="http://schemas.microsoft.com/office/powerpoint/2010/main" val="32470296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4BFE3-5A9C-9535-41D4-7AE7C87FFDAB}"/>
              </a:ext>
            </a:extLst>
          </p:cNvPr>
          <p:cNvSpPr>
            <a:spLocks noGrp="1"/>
          </p:cNvSpPr>
          <p:nvPr>
            <p:ph type="title"/>
          </p:nvPr>
        </p:nvSpPr>
        <p:spPr>
          <a:xfrm>
            <a:off x="673510" y="859745"/>
            <a:ext cx="5503893" cy="430887"/>
          </a:xfrm>
        </p:spPr>
        <p:txBody>
          <a:bodyPr/>
          <a:lstStyle/>
          <a:p>
            <a:r>
              <a:rPr lang="en-US" sz="2800" dirty="0"/>
              <a:t>Advantages of Proposed System</a:t>
            </a:r>
            <a:endParaRPr lang="en-IN" sz="2800" dirty="0"/>
          </a:p>
        </p:txBody>
      </p:sp>
      <p:sp>
        <p:nvSpPr>
          <p:cNvPr id="3" name="Text Placeholder 2">
            <a:extLst>
              <a:ext uri="{FF2B5EF4-FFF2-40B4-BE49-F238E27FC236}">
                <a16:creationId xmlns:a16="http://schemas.microsoft.com/office/drawing/2014/main" id="{D0993ACA-FC98-8A67-A000-9B291A34F6C7}"/>
              </a:ext>
            </a:extLst>
          </p:cNvPr>
          <p:cNvSpPr>
            <a:spLocks noGrp="1"/>
          </p:cNvSpPr>
          <p:nvPr>
            <p:ph type="body" idx="1"/>
          </p:nvPr>
        </p:nvSpPr>
        <p:spPr>
          <a:xfrm>
            <a:off x="646471" y="1687042"/>
            <a:ext cx="7640320" cy="4097981"/>
          </a:xfrm>
        </p:spPr>
        <p:txBody>
          <a:bodyPr/>
          <a:lstStyle/>
          <a:p>
            <a:pPr algn="just">
              <a:lnSpc>
                <a:spcPct val="150000"/>
              </a:lnSpc>
            </a:pPr>
            <a:r>
              <a:rPr lang="en-GB" sz="2000" dirty="0"/>
              <a:t>
  </a:t>
            </a:r>
            <a:r>
              <a:rPr lang="en-GB" sz="2000" b="1" dirty="0"/>
              <a:t>1. Hybrid Intelligence</a:t>
            </a:r>
            <a:r>
              <a:rPr lang="en-GB" sz="2000" dirty="0"/>
              <a:t>: Detects both known and zero-day attacks with dual-algorithm approach
  </a:t>
            </a:r>
            <a:r>
              <a:rPr lang="en-GB" sz="2000" b="1" dirty="0"/>
              <a:t>2. Adaptive Defence</a:t>
            </a:r>
            <a:r>
              <a:rPr lang="en-GB" sz="2000" dirty="0"/>
              <a:t>: Continuously learns from new threats without requiring complete retraining</a:t>
            </a:r>
          </a:p>
          <a:p>
            <a:pPr algn="just">
              <a:lnSpc>
                <a:spcPct val="150000"/>
              </a:lnSpc>
            </a:pPr>
            <a:r>
              <a:rPr lang="en-US" sz="2000" b="1" dirty="0"/>
              <a:t>  3.Confidence-Based Scoring:</a:t>
            </a:r>
            <a:r>
              <a:rPr lang="en-US" sz="2000" dirty="0"/>
              <a:t> Outputs a probability score for each prediction, enabling organizations to set custom risk thresholds and implement a tiered review process </a:t>
            </a:r>
          </a:p>
          <a:p>
            <a:pPr>
              <a:lnSpc>
                <a:spcPct val="150000"/>
              </a:lnSpc>
            </a:pPr>
            <a:endParaRPr lang="en-IN" sz="2000" dirty="0"/>
          </a:p>
        </p:txBody>
      </p:sp>
      <p:grpSp>
        <p:nvGrpSpPr>
          <p:cNvPr id="4" name="object 3">
            <a:extLst>
              <a:ext uri="{FF2B5EF4-FFF2-40B4-BE49-F238E27FC236}">
                <a16:creationId xmlns:a16="http://schemas.microsoft.com/office/drawing/2014/main" id="{A223CFEA-0B14-C149-157F-75AC8A68358A}"/>
              </a:ext>
            </a:extLst>
          </p:cNvPr>
          <p:cNvGrpSpPr/>
          <p:nvPr/>
        </p:nvGrpSpPr>
        <p:grpSpPr>
          <a:xfrm>
            <a:off x="0" y="76200"/>
            <a:ext cx="9144000" cy="6858000"/>
            <a:chOff x="0" y="0"/>
            <a:chExt cx="9144000" cy="6858000"/>
          </a:xfrm>
        </p:grpSpPr>
        <p:sp>
          <p:nvSpPr>
            <p:cNvPr id="5" name="object 4">
              <a:extLst>
                <a:ext uri="{FF2B5EF4-FFF2-40B4-BE49-F238E27FC236}">
                  <a16:creationId xmlns:a16="http://schemas.microsoft.com/office/drawing/2014/main" id="{E98F4EC7-F6D9-5850-85E3-4038D6242197}"/>
                </a:ext>
              </a:extLst>
            </p:cNvPr>
            <p:cNvSpPr/>
            <p:nvPr/>
          </p:nvSpPr>
          <p:spPr>
            <a:xfrm>
              <a:off x="142843" y="214289"/>
              <a:ext cx="8858885" cy="6430010"/>
            </a:xfrm>
            <a:custGeom>
              <a:avLst/>
              <a:gdLst/>
              <a:ahLst/>
              <a:cxnLst/>
              <a:rect l="l" t="t" r="r" b="b"/>
              <a:pathLst>
                <a:path w="8858885" h="6430009">
                  <a:moveTo>
                    <a:pt x="0" y="0"/>
                  </a:moveTo>
                  <a:lnTo>
                    <a:pt x="8858312" y="0"/>
                  </a:lnTo>
                  <a:lnTo>
                    <a:pt x="8858312" y="6429419"/>
                  </a:lnTo>
                  <a:lnTo>
                    <a:pt x="0" y="6429419"/>
                  </a:lnTo>
                  <a:lnTo>
                    <a:pt x="0" y="0"/>
                  </a:lnTo>
                  <a:close/>
                </a:path>
              </a:pathLst>
            </a:custGeom>
            <a:ln w="25399">
              <a:solidFill>
                <a:srgbClr val="385E88"/>
              </a:solidFill>
            </a:ln>
          </p:spPr>
          <p:txBody>
            <a:bodyPr wrap="square" lIns="0" tIns="0" rIns="0" bIns="0" rtlCol="0"/>
            <a:lstStyle/>
            <a:p>
              <a:endParaRPr/>
            </a:p>
          </p:txBody>
        </p:sp>
        <p:sp>
          <p:nvSpPr>
            <p:cNvPr id="6" name="object 5">
              <a:extLst>
                <a:ext uri="{FF2B5EF4-FFF2-40B4-BE49-F238E27FC236}">
                  <a16:creationId xmlns:a16="http://schemas.microsoft.com/office/drawing/2014/main" id="{4D370AF2-C5EB-8F44-0DBE-636CF41BC2F6}"/>
                </a:ext>
              </a:extLst>
            </p:cNvPr>
            <p:cNvSpPr/>
            <p:nvPr/>
          </p:nvSpPr>
          <p:spPr>
            <a:xfrm>
              <a:off x="0" y="0"/>
              <a:ext cx="9144000" cy="6858000"/>
            </a:xfrm>
            <a:custGeom>
              <a:avLst/>
              <a:gdLst/>
              <a:ahLst/>
              <a:cxnLst/>
              <a:rect l="l" t="t" r="r" b="b"/>
              <a:pathLst>
                <a:path w="9144000" h="6858000">
                  <a:moveTo>
                    <a:pt x="9144000" y="6679184"/>
                  </a:moveTo>
                  <a:lnTo>
                    <a:pt x="0" y="6679184"/>
                  </a:lnTo>
                  <a:lnTo>
                    <a:pt x="0" y="6858000"/>
                  </a:lnTo>
                  <a:lnTo>
                    <a:pt x="9144000" y="6858000"/>
                  </a:lnTo>
                  <a:lnTo>
                    <a:pt x="9144000" y="6679184"/>
                  </a:lnTo>
                  <a:close/>
                </a:path>
                <a:path w="9144000" h="6858000">
                  <a:moveTo>
                    <a:pt x="9144000" y="0"/>
                  </a:moveTo>
                  <a:lnTo>
                    <a:pt x="0" y="0"/>
                  </a:lnTo>
                  <a:lnTo>
                    <a:pt x="0" y="178828"/>
                  </a:lnTo>
                  <a:lnTo>
                    <a:pt x="9144000" y="178828"/>
                  </a:lnTo>
                  <a:lnTo>
                    <a:pt x="9144000" y="0"/>
                  </a:lnTo>
                  <a:close/>
                </a:path>
              </a:pathLst>
            </a:custGeom>
            <a:solidFill>
              <a:srgbClr val="00B0F0"/>
            </a:solidFill>
          </p:spPr>
          <p:txBody>
            <a:bodyPr wrap="square" lIns="0" tIns="0" rIns="0" bIns="0" rtlCol="0"/>
            <a:lstStyle/>
            <a:p>
              <a:endParaRPr/>
            </a:p>
          </p:txBody>
        </p:sp>
        <p:pic>
          <p:nvPicPr>
            <p:cNvPr id="7" name="object 6">
              <a:extLst>
                <a:ext uri="{FF2B5EF4-FFF2-40B4-BE49-F238E27FC236}">
                  <a16:creationId xmlns:a16="http://schemas.microsoft.com/office/drawing/2014/main" id="{6D22272E-93A2-6FC1-CB3B-58F1B4AC5DA8}"/>
                </a:ext>
              </a:extLst>
            </p:cNvPr>
            <p:cNvPicPr/>
            <p:nvPr/>
          </p:nvPicPr>
          <p:blipFill>
            <a:blip r:embed="rId2" cstate="print"/>
            <a:stretch>
              <a:fillRect/>
            </a:stretch>
          </p:blipFill>
          <p:spPr>
            <a:xfrm>
              <a:off x="7924590" y="285728"/>
              <a:ext cx="996639" cy="995635"/>
            </a:xfrm>
            <a:prstGeom prst="rect">
              <a:avLst/>
            </a:prstGeom>
          </p:spPr>
        </p:pic>
      </p:grpSp>
      <p:sp>
        <p:nvSpPr>
          <p:cNvPr id="8" name="object 9">
            <a:extLst>
              <a:ext uri="{FF2B5EF4-FFF2-40B4-BE49-F238E27FC236}">
                <a16:creationId xmlns:a16="http://schemas.microsoft.com/office/drawing/2014/main" id="{6931762F-6B1A-89B0-1CC6-7D4DD0D2B2AD}"/>
              </a:ext>
            </a:extLst>
          </p:cNvPr>
          <p:cNvSpPr txBox="1">
            <a:spLocks noGrp="1"/>
          </p:cNvSpPr>
          <p:nvPr>
            <p:ph type="dt" sz="half" idx="6"/>
          </p:nvPr>
        </p:nvSpPr>
        <p:spPr>
          <a:xfrm>
            <a:off x="685800" y="6729016"/>
            <a:ext cx="8087328" cy="205184"/>
          </a:xfrm>
          <a:prstGeom prst="rect">
            <a:avLst/>
          </a:prstGeom>
        </p:spPr>
        <p:txBody>
          <a:bodyPr vert="horz" wrap="square" lIns="0" tIns="0" rIns="0" bIns="0" rtlCol="0">
            <a:spAutoFit/>
          </a:bodyPr>
          <a:lstStyle/>
          <a:p>
            <a:pPr>
              <a:lnSpc>
                <a:spcPts val="1590"/>
              </a:lnSpc>
            </a:pPr>
            <a:r>
              <a:rPr dirty="0"/>
              <a:t>Department</a:t>
            </a:r>
            <a:r>
              <a:rPr spc="-45" dirty="0"/>
              <a:t> </a:t>
            </a:r>
            <a:r>
              <a:rPr dirty="0"/>
              <a:t>of</a:t>
            </a:r>
            <a:r>
              <a:rPr spc="-45" dirty="0"/>
              <a:t> </a:t>
            </a:r>
            <a:r>
              <a:rPr dirty="0"/>
              <a:t>Computational</a:t>
            </a:r>
            <a:r>
              <a:rPr spc="-40" dirty="0"/>
              <a:t> </a:t>
            </a:r>
            <a:r>
              <a:rPr dirty="0"/>
              <a:t>Intelligence</a:t>
            </a:r>
            <a:r>
              <a:rPr spc="-45" dirty="0"/>
              <a:t> </a:t>
            </a:r>
            <a:r>
              <a:rPr spc="-465" dirty="0"/>
              <a:t>|</a:t>
            </a:r>
            <a:r>
              <a:rPr spc="-45" dirty="0"/>
              <a:t> </a:t>
            </a:r>
            <a:r>
              <a:rPr lang="en-US" spc="-45" dirty="0"/>
              <a:t>Application Development - 1</a:t>
            </a:r>
            <a:r>
              <a:rPr spc="-45" dirty="0"/>
              <a:t> </a:t>
            </a:r>
            <a:r>
              <a:rPr spc="-465" dirty="0"/>
              <a:t>|</a:t>
            </a:r>
            <a:r>
              <a:rPr spc="-45" dirty="0"/>
              <a:t> </a:t>
            </a:r>
            <a:r>
              <a:rPr spc="-35" dirty="0" err="1"/>
              <a:t>B.Tech</a:t>
            </a:r>
            <a:r>
              <a:rPr spc="-40" dirty="0"/>
              <a:t> </a:t>
            </a:r>
            <a:r>
              <a:rPr dirty="0"/>
              <a:t>I</a:t>
            </a:r>
            <a:r>
              <a:rPr lang="en-US" dirty="0"/>
              <a:t>II</a:t>
            </a:r>
            <a:r>
              <a:rPr spc="-45" dirty="0"/>
              <a:t> </a:t>
            </a:r>
            <a:r>
              <a:rPr dirty="0"/>
              <a:t>Year</a:t>
            </a:r>
            <a:r>
              <a:rPr spc="-40" dirty="0"/>
              <a:t> </a:t>
            </a:r>
            <a:r>
              <a:rPr spc="295" dirty="0"/>
              <a:t>–</a:t>
            </a:r>
            <a:r>
              <a:rPr spc="-45" dirty="0"/>
              <a:t> </a:t>
            </a:r>
            <a:r>
              <a:rPr dirty="0"/>
              <a:t>I</a:t>
            </a:r>
            <a:r>
              <a:rPr spc="-45" dirty="0"/>
              <a:t> </a:t>
            </a:r>
            <a:r>
              <a:rPr spc="-25" dirty="0"/>
              <a:t>Sem</a:t>
            </a:r>
          </a:p>
        </p:txBody>
      </p:sp>
    </p:spTree>
    <p:extLst>
      <p:ext uri="{BB962C8B-B14F-4D97-AF65-F5344CB8AC3E}">
        <p14:creationId xmlns:p14="http://schemas.microsoft.com/office/powerpoint/2010/main" val="5767542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D7121-15D0-EA85-2B27-1094615F3117}"/>
              </a:ext>
            </a:extLst>
          </p:cNvPr>
          <p:cNvSpPr>
            <a:spLocks noGrp="1"/>
          </p:cNvSpPr>
          <p:nvPr>
            <p:ph type="title"/>
          </p:nvPr>
        </p:nvSpPr>
        <p:spPr>
          <a:xfrm>
            <a:off x="287306" y="443529"/>
            <a:ext cx="4970493" cy="553998"/>
          </a:xfrm>
        </p:spPr>
        <p:txBody>
          <a:bodyPr/>
          <a:lstStyle/>
          <a:p>
            <a:r>
              <a:rPr lang="en-US" dirty="0"/>
              <a:t>Architectural Diagram</a:t>
            </a:r>
            <a:endParaRPr lang="en-IN" dirty="0"/>
          </a:p>
        </p:txBody>
      </p:sp>
      <p:grpSp>
        <p:nvGrpSpPr>
          <p:cNvPr id="4" name="object 3">
            <a:extLst>
              <a:ext uri="{FF2B5EF4-FFF2-40B4-BE49-F238E27FC236}">
                <a16:creationId xmlns:a16="http://schemas.microsoft.com/office/drawing/2014/main" id="{E6D8085A-49FA-DBBB-3952-8D1B2B594788}"/>
              </a:ext>
            </a:extLst>
          </p:cNvPr>
          <p:cNvGrpSpPr/>
          <p:nvPr/>
        </p:nvGrpSpPr>
        <p:grpSpPr>
          <a:xfrm>
            <a:off x="0" y="1077"/>
            <a:ext cx="9144000" cy="6858000"/>
            <a:chOff x="0" y="0"/>
            <a:chExt cx="9144000" cy="6858000"/>
          </a:xfrm>
        </p:grpSpPr>
        <p:sp>
          <p:nvSpPr>
            <p:cNvPr id="5" name="object 4">
              <a:extLst>
                <a:ext uri="{FF2B5EF4-FFF2-40B4-BE49-F238E27FC236}">
                  <a16:creationId xmlns:a16="http://schemas.microsoft.com/office/drawing/2014/main" id="{FD91DB8A-FB8E-1252-68BA-055419134442}"/>
                </a:ext>
              </a:extLst>
            </p:cNvPr>
            <p:cNvSpPr/>
            <p:nvPr/>
          </p:nvSpPr>
          <p:spPr>
            <a:xfrm>
              <a:off x="142843" y="214289"/>
              <a:ext cx="8858885" cy="6430010"/>
            </a:xfrm>
            <a:custGeom>
              <a:avLst/>
              <a:gdLst/>
              <a:ahLst/>
              <a:cxnLst/>
              <a:rect l="l" t="t" r="r" b="b"/>
              <a:pathLst>
                <a:path w="8858885" h="6430009">
                  <a:moveTo>
                    <a:pt x="0" y="0"/>
                  </a:moveTo>
                  <a:lnTo>
                    <a:pt x="8858312" y="0"/>
                  </a:lnTo>
                  <a:lnTo>
                    <a:pt x="8858312" y="6429419"/>
                  </a:lnTo>
                  <a:lnTo>
                    <a:pt x="0" y="6429419"/>
                  </a:lnTo>
                  <a:lnTo>
                    <a:pt x="0" y="0"/>
                  </a:lnTo>
                  <a:close/>
                </a:path>
              </a:pathLst>
            </a:custGeom>
            <a:ln w="25399">
              <a:solidFill>
                <a:srgbClr val="385E88"/>
              </a:solidFill>
            </a:ln>
          </p:spPr>
          <p:txBody>
            <a:bodyPr wrap="square" lIns="0" tIns="0" rIns="0" bIns="0" rtlCol="0"/>
            <a:lstStyle/>
            <a:p>
              <a:endParaRPr/>
            </a:p>
          </p:txBody>
        </p:sp>
        <p:sp>
          <p:nvSpPr>
            <p:cNvPr id="6" name="object 5">
              <a:extLst>
                <a:ext uri="{FF2B5EF4-FFF2-40B4-BE49-F238E27FC236}">
                  <a16:creationId xmlns:a16="http://schemas.microsoft.com/office/drawing/2014/main" id="{14E7B32D-4C4B-6686-17FB-6DB661B4F0F0}"/>
                </a:ext>
              </a:extLst>
            </p:cNvPr>
            <p:cNvSpPr/>
            <p:nvPr/>
          </p:nvSpPr>
          <p:spPr>
            <a:xfrm>
              <a:off x="0" y="0"/>
              <a:ext cx="9144000" cy="6858000"/>
            </a:xfrm>
            <a:custGeom>
              <a:avLst/>
              <a:gdLst/>
              <a:ahLst/>
              <a:cxnLst/>
              <a:rect l="l" t="t" r="r" b="b"/>
              <a:pathLst>
                <a:path w="9144000" h="6858000">
                  <a:moveTo>
                    <a:pt x="9144000" y="6679184"/>
                  </a:moveTo>
                  <a:lnTo>
                    <a:pt x="0" y="6679184"/>
                  </a:lnTo>
                  <a:lnTo>
                    <a:pt x="0" y="6858000"/>
                  </a:lnTo>
                  <a:lnTo>
                    <a:pt x="9144000" y="6858000"/>
                  </a:lnTo>
                  <a:lnTo>
                    <a:pt x="9144000" y="6679184"/>
                  </a:lnTo>
                  <a:close/>
                </a:path>
                <a:path w="9144000" h="6858000">
                  <a:moveTo>
                    <a:pt x="9144000" y="0"/>
                  </a:moveTo>
                  <a:lnTo>
                    <a:pt x="0" y="0"/>
                  </a:lnTo>
                  <a:lnTo>
                    <a:pt x="0" y="178828"/>
                  </a:lnTo>
                  <a:lnTo>
                    <a:pt x="9144000" y="178828"/>
                  </a:lnTo>
                  <a:lnTo>
                    <a:pt x="9144000" y="0"/>
                  </a:lnTo>
                  <a:close/>
                </a:path>
              </a:pathLst>
            </a:custGeom>
            <a:solidFill>
              <a:srgbClr val="00B0F0"/>
            </a:solidFill>
          </p:spPr>
          <p:txBody>
            <a:bodyPr wrap="square" lIns="0" tIns="0" rIns="0" bIns="0" rtlCol="0"/>
            <a:lstStyle/>
            <a:p>
              <a:endParaRPr/>
            </a:p>
          </p:txBody>
        </p:sp>
        <p:pic>
          <p:nvPicPr>
            <p:cNvPr id="7" name="object 6">
              <a:extLst>
                <a:ext uri="{FF2B5EF4-FFF2-40B4-BE49-F238E27FC236}">
                  <a16:creationId xmlns:a16="http://schemas.microsoft.com/office/drawing/2014/main" id="{5EE10433-8673-C0C2-047F-382041E47DBF}"/>
                </a:ext>
              </a:extLst>
            </p:cNvPr>
            <p:cNvPicPr/>
            <p:nvPr/>
          </p:nvPicPr>
          <p:blipFill>
            <a:blip r:embed="rId2" cstate="print"/>
            <a:stretch>
              <a:fillRect/>
            </a:stretch>
          </p:blipFill>
          <p:spPr>
            <a:xfrm>
              <a:off x="7924590" y="285728"/>
              <a:ext cx="996639" cy="995635"/>
            </a:xfrm>
            <a:prstGeom prst="rect">
              <a:avLst/>
            </a:prstGeom>
          </p:spPr>
        </p:pic>
      </p:grpSp>
      <p:sp>
        <p:nvSpPr>
          <p:cNvPr id="8" name="object 9">
            <a:extLst>
              <a:ext uri="{FF2B5EF4-FFF2-40B4-BE49-F238E27FC236}">
                <a16:creationId xmlns:a16="http://schemas.microsoft.com/office/drawing/2014/main" id="{3FC8636E-A346-3652-D03D-E418581B6F98}"/>
              </a:ext>
            </a:extLst>
          </p:cNvPr>
          <p:cNvSpPr txBox="1">
            <a:spLocks noGrp="1"/>
          </p:cNvSpPr>
          <p:nvPr>
            <p:ph type="dt" sz="half" idx="6"/>
          </p:nvPr>
        </p:nvSpPr>
        <p:spPr>
          <a:xfrm>
            <a:off x="685800" y="6653893"/>
            <a:ext cx="8087328" cy="205184"/>
          </a:xfrm>
          <a:prstGeom prst="rect">
            <a:avLst/>
          </a:prstGeom>
        </p:spPr>
        <p:txBody>
          <a:bodyPr vert="horz" wrap="square" lIns="0" tIns="0" rIns="0" bIns="0" rtlCol="0">
            <a:spAutoFit/>
          </a:bodyPr>
          <a:lstStyle/>
          <a:p>
            <a:pPr>
              <a:lnSpc>
                <a:spcPts val="1590"/>
              </a:lnSpc>
            </a:pPr>
            <a:r>
              <a:rPr dirty="0"/>
              <a:t>Department</a:t>
            </a:r>
            <a:r>
              <a:rPr spc="-45" dirty="0"/>
              <a:t> </a:t>
            </a:r>
            <a:r>
              <a:rPr dirty="0"/>
              <a:t>of</a:t>
            </a:r>
            <a:r>
              <a:rPr spc="-45" dirty="0"/>
              <a:t> </a:t>
            </a:r>
            <a:r>
              <a:rPr dirty="0"/>
              <a:t>Computational</a:t>
            </a:r>
            <a:r>
              <a:rPr spc="-40" dirty="0"/>
              <a:t> </a:t>
            </a:r>
            <a:r>
              <a:rPr dirty="0"/>
              <a:t>Intelligence</a:t>
            </a:r>
            <a:r>
              <a:rPr spc="-45" dirty="0"/>
              <a:t> </a:t>
            </a:r>
            <a:r>
              <a:rPr spc="-465" dirty="0"/>
              <a:t>|</a:t>
            </a:r>
            <a:r>
              <a:rPr spc="-45" dirty="0"/>
              <a:t> </a:t>
            </a:r>
            <a:r>
              <a:rPr lang="en-US" spc="-45" dirty="0"/>
              <a:t>Application Development - 1</a:t>
            </a:r>
            <a:r>
              <a:rPr spc="-45" dirty="0"/>
              <a:t> </a:t>
            </a:r>
            <a:r>
              <a:rPr spc="-465" dirty="0"/>
              <a:t>|</a:t>
            </a:r>
            <a:r>
              <a:rPr spc="-45" dirty="0"/>
              <a:t> </a:t>
            </a:r>
            <a:r>
              <a:rPr spc="-35" dirty="0" err="1"/>
              <a:t>B.Tech</a:t>
            </a:r>
            <a:r>
              <a:rPr spc="-40" dirty="0"/>
              <a:t> </a:t>
            </a:r>
            <a:r>
              <a:rPr dirty="0"/>
              <a:t>I</a:t>
            </a:r>
            <a:r>
              <a:rPr lang="en-US" dirty="0"/>
              <a:t>II</a:t>
            </a:r>
            <a:r>
              <a:rPr spc="-45" dirty="0"/>
              <a:t> </a:t>
            </a:r>
            <a:r>
              <a:rPr dirty="0"/>
              <a:t>Year</a:t>
            </a:r>
            <a:r>
              <a:rPr spc="-40" dirty="0"/>
              <a:t> </a:t>
            </a:r>
            <a:r>
              <a:rPr spc="295" dirty="0"/>
              <a:t>–</a:t>
            </a:r>
            <a:r>
              <a:rPr spc="-45" dirty="0"/>
              <a:t> </a:t>
            </a:r>
            <a:r>
              <a:rPr dirty="0"/>
              <a:t>I</a:t>
            </a:r>
            <a:r>
              <a:rPr spc="-45" dirty="0"/>
              <a:t> </a:t>
            </a:r>
            <a:r>
              <a:rPr spc="-25" dirty="0"/>
              <a:t>Sem</a:t>
            </a:r>
          </a:p>
        </p:txBody>
      </p:sp>
      <p:pic>
        <p:nvPicPr>
          <p:cNvPr id="15" name="Picture 14">
            <a:extLst>
              <a:ext uri="{FF2B5EF4-FFF2-40B4-BE49-F238E27FC236}">
                <a16:creationId xmlns:a16="http://schemas.microsoft.com/office/drawing/2014/main" id="{D47138D3-3230-3F5A-D3E0-44F80251B4FA}"/>
              </a:ext>
            </a:extLst>
          </p:cNvPr>
          <p:cNvPicPr>
            <a:picLocks noChangeAspect="1"/>
          </p:cNvPicPr>
          <p:nvPr/>
        </p:nvPicPr>
        <p:blipFill>
          <a:blip r:embed="rId3"/>
          <a:stretch>
            <a:fillRect/>
          </a:stretch>
        </p:blipFill>
        <p:spPr>
          <a:xfrm>
            <a:off x="2041066" y="1282440"/>
            <a:ext cx="5061868" cy="4894774"/>
          </a:xfrm>
          <a:prstGeom prst="rect">
            <a:avLst/>
          </a:prstGeom>
        </p:spPr>
      </p:pic>
    </p:spTree>
    <p:extLst>
      <p:ext uri="{BB962C8B-B14F-4D97-AF65-F5344CB8AC3E}">
        <p14:creationId xmlns:p14="http://schemas.microsoft.com/office/powerpoint/2010/main" val="39481860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object 3">
            <a:extLst>
              <a:ext uri="{FF2B5EF4-FFF2-40B4-BE49-F238E27FC236}">
                <a16:creationId xmlns:a16="http://schemas.microsoft.com/office/drawing/2014/main" id="{5376C3DE-F15B-3F48-EDA5-7F282A710354}"/>
              </a:ext>
            </a:extLst>
          </p:cNvPr>
          <p:cNvGrpSpPr/>
          <p:nvPr/>
        </p:nvGrpSpPr>
        <p:grpSpPr>
          <a:xfrm>
            <a:off x="0" y="0"/>
            <a:ext cx="9144000" cy="6858000"/>
            <a:chOff x="0" y="0"/>
            <a:chExt cx="9144000" cy="6858000"/>
          </a:xfrm>
        </p:grpSpPr>
        <p:sp>
          <p:nvSpPr>
            <p:cNvPr id="8" name="object 4">
              <a:extLst>
                <a:ext uri="{FF2B5EF4-FFF2-40B4-BE49-F238E27FC236}">
                  <a16:creationId xmlns:a16="http://schemas.microsoft.com/office/drawing/2014/main" id="{238C1631-1439-BDE2-F02A-DFCC706FC821}"/>
                </a:ext>
              </a:extLst>
            </p:cNvPr>
            <p:cNvSpPr/>
            <p:nvPr/>
          </p:nvSpPr>
          <p:spPr>
            <a:xfrm>
              <a:off x="142843" y="214289"/>
              <a:ext cx="8858885" cy="6430010"/>
            </a:xfrm>
            <a:custGeom>
              <a:avLst/>
              <a:gdLst/>
              <a:ahLst/>
              <a:cxnLst/>
              <a:rect l="l" t="t" r="r" b="b"/>
              <a:pathLst>
                <a:path w="8858885" h="6430009">
                  <a:moveTo>
                    <a:pt x="0" y="0"/>
                  </a:moveTo>
                  <a:lnTo>
                    <a:pt x="8858312" y="0"/>
                  </a:lnTo>
                  <a:lnTo>
                    <a:pt x="8858312" y="6429419"/>
                  </a:lnTo>
                  <a:lnTo>
                    <a:pt x="0" y="6429419"/>
                  </a:lnTo>
                  <a:lnTo>
                    <a:pt x="0" y="0"/>
                  </a:lnTo>
                  <a:close/>
                </a:path>
              </a:pathLst>
            </a:custGeom>
            <a:ln w="25399">
              <a:solidFill>
                <a:srgbClr val="385E88"/>
              </a:solidFill>
            </a:ln>
          </p:spPr>
          <p:txBody>
            <a:bodyPr wrap="square" lIns="0" tIns="0" rIns="0" bIns="0" rtlCol="0"/>
            <a:lstStyle/>
            <a:p>
              <a:endParaRPr/>
            </a:p>
          </p:txBody>
        </p:sp>
        <p:sp>
          <p:nvSpPr>
            <p:cNvPr id="9" name="object 5">
              <a:extLst>
                <a:ext uri="{FF2B5EF4-FFF2-40B4-BE49-F238E27FC236}">
                  <a16:creationId xmlns:a16="http://schemas.microsoft.com/office/drawing/2014/main" id="{F7240ECB-7458-6B24-E0B0-B673D531BF8A}"/>
                </a:ext>
              </a:extLst>
            </p:cNvPr>
            <p:cNvSpPr/>
            <p:nvPr/>
          </p:nvSpPr>
          <p:spPr>
            <a:xfrm>
              <a:off x="0" y="0"/>
              <a:ext cx="9144000" cy="6858000"/>
            </a:xfrm>
            <a:custGeom>
              <a:avLst/>
              <a:gdLst/>
              <a:ahLst/>
              <a:cxnLst/>
              <a:rect l="l" t="t" r="r" b="b"/>
              <a:pathLst>
                <a:path w="9144000" h="6858000">
                  <a:moveTo>
                    <a:pt x="9144000" y="6679184"/>
                  </a:moveTo>
                  <a:lnTo>
                    <a:pt x="0" y="6679184"/>
                  </a:lnTo>
                  <a:lnTo>
                    <a:pt x="0" y="6858000"/>
                  </a:lnTo>
                  <a:lnTo>
                    <a:pt x="9144000" y="6858000"/>
                  </a:lnTo>
                  <a:lnTo>
                    <a:pt x="9144000" y="6679184"/>
                  </a:lnTo>
                  <a:close/>
                </a:path>
                <a:path w="9144000" h="6858000">
                  <a:moveTo>
                    <a:pt x="9144000" y="0"/>
                  </a:moveTo>
                  <a:lnTo>
                    <a:pt x="0" y="0"/>
                  </a:lnTo>
                  <a:lnTo>
                    <a:pt x="0" y="178828"/>
                  </a:lnTo>
                  <a:lnTo>
                    <a:pt x="9144000" y="178828"/>
                  </a:lnTo>
                  <a:lnTo>
                    <a:pt x="9144000" y="0"/>
                  </a:lnTo>
                  <a:close/>
                </a:path>
              </a:pathLst>
            </a:custGeom>
            <a:solidFill>
              <a:srgbClr val="00B0F0"/>
            </a:solidFill>
          </p:spPr>
          <p:txBody>
            <a:bodyPr wrap="square" lIns="0" tIns="0" rIns="0" bIns="0" rtlCol="0"/>
            <a:lstStyle/>
            <a:p>
              <a:endParaRPr/>
            </a:p>
          </p:txBody>
        </p:sp>
        <p:pic>
          <p:nvPicPr>
            <p:cNvPr id="10" name="object 6">
              <a:extLst>
                <a:ext uri="{FF2B5EF4-FFF2-40B4-BE49-F238E27FC236}">
                  <a16:creationId xmlns:a16="http://schemas.microsoft.com/office/drawing/2014/main" id="{DBB52442-EAC9-12F1-D35A-6CE406CB26F6}"/>
                </a:ext>
              </a:extLst>
            </p:cNvPr>
            <p:cNvPicPr/>
            <p:nvPr/>
          </p:nvPicPr>
          <p:blipFill>
            <a:blip r:embed="rId2" cstate="print"/>
            <a:stretch>
              <a:fillRect/>
            </a:stretch>
          </p:blipFill>
          <p:spPr>
            <a:xfrm>
              <a:off x="7924590" y="285728"/>
              <a:ext cx="996639" cy="995635"/>
            </a:xfrm>
            <a:prstGeom prst="rect">
              <a:avLst/>
            </a:prstGeom>
          </p:spPr>
        </p:pic>
      </p:grpSp>
      <p:sp>
        <p:nvSpPr>
          <p:cNvPr id="11" name="object 9">
            <a:extLst>
              <a:ext uri="{FF2B5EF4-FFF2-40B4-BE49-F238E27FC236}">
                <a16:creationId xmlns:a16="http://schemas.microsoft.com/office/drawing/2014/main" id="{F2114769-0207-3C3F-D0C2-A126DF22FB3D}"/>
              </a:ext>
            </a:extLst>
          </p:cNvPr>
          <p:cNvSpPr txBox="1">
            <a:spLocks noGrp="1"/>
          </p:cNvSpPr>
          <p:nvPr>
            <p:ph type="dt" sz="half" idx="6"/>
          </p:nvPr>
        </p:nvSpPr>
        <p:spPr>
          <a:xfrm>
            <a:off x="685800" y="6652816"/>
            <a:ext cx="8087328" cy="205184"/>
          </a:xfrm>
          <a:prstGeom prst="rect">
            <a:avLst/>
          </a:prstGeom>
        </p:spPr>
        <p:txBody>
          <a:bodyPr vert="horz" wrap="square" lIns="0" tIns="0" rIns="0" bIns="0" rtlCol="0">
            <a:spAutoFit/>
          </a:bodyPr>
          <a:lstStyle/>
          <a:p>
            <a:pPr>
              <a:lnSpc>
                <a:spcPts val="1590"/>
              </a:lnSpc>
            </a:pPr>
            <a:r>
              <a:rPr dirty="0"/>
              <a:t>Department</a:t>
            </a:r>
            <a:r>
              <a:rPr spc="-45" dirty="0"/>
              <a:t> </a:t>
            </a:r>
            <a:r>
              <a:rPr dirty="0"/>
              <a:t>of</a:t>
            </a:r>
            <a:r>
              <a:rPr spc="-45" dirty="0"/>
              <a:t> </a:t>
            </a:r>
            <a:r>
              <a:rPr dirty="0"/>
              <a:t>Computational</a:t>
            </a:r>
            <a:r>
              <a:rPr spc="-40" dirty="0"/>
              <a:t> </a:t>
            </a:r>
            <a:r>
              <a:rPr dirty="0"/>
              <a:t>Intelligence</a:t>
            </a:r>
            <a:r>
              <a:rPr spc="-45" dirty="0"/>
              <a:t> </a:t>
            </a:r>
            <a:r>
              <a:rPr spc="-465" dirty="0"/>
              <a:t>|</a:t>
            </a:r>
            <a:r>
              <a:rPr spc="-45" dirty="0"/>
              <a:t> </a:t>
            </a:r>
            <a:r>
              <a:rPr lang="en-US" spc="-45" dirty="0"/>
              <a:t>Application Development - 1</a:t>
            </a:r>
            <a:r>
              <a:rPr spc="-45" dirty="0"/>
              <a:t> </a:t>
            </a:r>
            <a:r>
              <a:rPr spc="-465" dirty="0"/>
              <a:t>|</a:t>
            </a:r>
            <a:r>
              <a:rPr spc="-45" dirty="0"/>
              <a:t> </a:t>
            </a:r>
            <a:r>
              <a:rPr spc="-35" dirty="0" err="1"/>
              <a:t>B.Tech</a:t>
            </a:r>
            <a:r>
              <a:rPr spc="-40" dirty="0"/>
              <a:t> </a:t>
            </a:r>
            <a:r>
              <a:rPr dirty="0"/>
              <a:t>I</a:t>
            </a:r>
            <a:r>
              <a:rPr lang="en-US" dirty="0"/>
              <a:t>II</a:t>
            </a:r>
            <a:r>
              <a:rPr spc="-45" dirty="0"/>
              <a:t> </a:t>
            </a:r>
            <a:r>
              <a:rPr dirty="0"/>
              <a:t>Year</a:t>
            </a:r>
            <a:r>
              <a:rPr spc="-40" dirty="0"/>
              <a:t> </a:t>
            </a:r>
            <a:r>
              <a:rPr spc="295" dirty="0"/>
              <a:t>–</a:t>
            </a:r>
            <a:r>
              <a:rPr spc="-45" dirty="0"/>
              <a:t> </a:t>
            </a:r>
            <a:r>
              <a:rPr dirty="0"/>
              <a:t>I</a:t>
            </a:r>
            <a:r>
              <a:rPr spc="-45" dirty="0"/>
              <a:t> </a:t>
            </a:r>
            <a:r>
              <a:rPr spc="-25" dirty="0"/>
              <a:t>Sem</a:t>
            </a:r>
          </a:p>
        </p:txBody>
      </p:sp>
      <p:sp>
        <p:nvSpPr>
          <p:cNvPr id="13" name="Title 12">
            <a:extLst>
              <a:ext uri="{FF2B5EF4-FFF2-40B4-BE49-F238E27FC236}">
                <a16:creationId xmlns:a16="http://schemas.microsoft.com/office/drawing/2014/main" id="{54DE0371-B3C7-73D0-ACA4-56450A24D6BD}"/>
              </a:ext>
            </a:extLst>
          </p:cNvPr>
          <p:cNvSpPr>
            <a:spLocks noGrp="1"/>
          </p:cNvSpPr>
          <p:nvPr>
            <p:ph type="title"/>
          </p:nvPr>
        </p:nvSpPr>
        <p:spPr>
          <a:xfrm>
            <a:off x="2885440" y="2852879"/>
            <a:ext cx="3373120" cy="553998"/>
          </a:xfrm>
        </p:spPr>
        <p:txBody>
          <a:bodyPr/>
          <a:lstStyle/>
          <a:p>
            <a:r>
              <a:rPr lang="en-US" dirty="0"/>
              <a:t>UML Diagrams</a:t>
            </a:r>
            <a:endParaRPr lang="en-IN" dirty="0"/>
          </a:p>
        </p:txBody>
      </p:sp>
    </p:spTree>
    <p:extLst>
      <p:ext uri="{BB962C8B-B14F-4D97-AF65-F5344CB8AC3E}">
        <p14:creationId xmlns:p14="http://schemas.microsoft.com/office/powerpoint/2010/main" val="20237249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6D15C-CA5D-5479-B4C5-5F15B0230B8C}"/>
              </a:ext>
            </a:extLst>
          </p:cNvPr>
          <p:cNvSpPr>
            <a:spLocks noGrp="1"/>
          </p:cNvSpPr>
          <p:nvPr>
            <p:ph type="title"/>
          </p:nvPr>
        </p:nvSpPr>
        <p:spPr>
          <a:xfrm>
            <a:off x="287306" y="443529"/>
            <a:ext cx="4284693" cy="553998"/>
          </a:xfrm>
        </p:spPr>
        <p:txBody>
          <a:bodyPr/>
          <a:lstStyle/>
          <a:p>
            <a:r>
              <a:rPr lang="en-US" dirty="0"/>
              <a:t>Use Case Diagram</a:t>
            </a:r>
            <a:endParaRPr lang="en-IN" dirty="0"/>
          </a:p>
        </p:txBody>
      </p:sp>
      <p:grpSp>
        <p:nvGrpSpPr>
          <p:cNvPr id="4" name="object 3">
            <a:extLst>
              <a:ext uri="{FF2B5EF4-FFF2-40B4-BE49-F238E27FC236}">
                <a16:creationId xmlns:a16="http://schemas.microsoft.com/office/drawing/2014/main" id="{37D635D8-7A23-E90F-B4CE-FFCD740FAE89}"/>
              </a:ext>
            </a:extLst>
          </p:cNvPr>
          <p:cNvGrpSpPr/>
          <p:nvPr/>
        </p:nvGrpSpPr>
        <p:grpSpPr>
          <a:xfrm>
            <a:off x="0" y="0"/>
            <a:ext cx="9144000" cy="6858000"/>
            <a:chOff x="0" y="0"/>
            <a:chExt cx="9144000" cy="6858000"/>
          </a:xfrm>
        </p:grpSpPr>
        <p:sp>
          <p:nvSpPr>
            <p:cNvPr id="5" name="object 4">
              <a:extLst>
                <a:ext uri="{FF2B5EF4-FFF2-40B4-BE49-F238E27FC236}">
                  <a16:creationId xmlns:a16="http://schemas.microsoft.com/office/drawing/2014/main" id="{25AED1AC-EFDC-2C55-6EA7-D33603947E52}"/>
                </a:ext>
              </a:extLst>
            </p:cNvPr>
            <p:cNvSpPr/>
            <p:nvPr/>
          </p:nvSpPr>
          <p:spPr>
            <a:xfrm>
              <a:off x="142843" y="214289"/>
              <a:ext cx="8858885" cy="6430010"/>
            </a:xfrm>
            <a:custGeom>
              <a:avLst/>
              <a:gdLst/>
              <a:ahLst/>
              <a:cxnLst/>
              <a:rect l="l" t="t" r="r" b="b"/>
              <a:pathLst>
                <a:path w="8858885" h="6430009">
                  <a:moveTo>
                    <a:pt x="0" y="0"/>
                  </a:moveTo>
                  <a:lnTo>
                    <a:pt x="8858312" y="0"/>
                  </a:lnTo>
                  <a:lnTo>
                    <a:pt x="8858312" y="6429419"/>
                  </a:lnTo>
                  <a:lnTo>
                    <a:pt x="0" y="6429419"/>
                  </a:lnTo>
                  <a:lnTo>
                    <a:pt x="0" y="0"/>
                  </a:lnTo>
                  <a:close/>
                </a:path>
              </a:pathLst>
            </a:custGeom>
            <a:ln w="25399">
              <a:solidFill>
                <a:srgbClr val="385E88"/>
              </a:solidFill>
            </a:ln>
          </p:spPr>
          <p:txBody>
            <a:bodyPr wrap="square" lIns="0" tIns="0" rIns="0" bIns="0" rtlCol="0"/>
            <a:lstStyle/>
            <a:p>
              <a:endParaRPr/>
            </a:p>
          </p:txBody>
        </p:sp>
        <p:sp>
          <p:nvSpPr>
            <p:cNvPr id="6" name="object 5">
              <a:extLst>
                <a:ext uri="{FF2B5EF4-FFF2-40B4-BE49-F238E27FC236}">
                  <a16:creationId xmlns:a16="http://schemas.microsoft.com/office/drawing/2014/main" id="{C9208FC0-8476-E8DE-1327-20E29B914701}"/>
                </a:ext>
              </a:extLst>
            </p:cNvPr>
            <p:cNvSpPr/>
            <p:nvPr/>
          </p:nvSpPr>
          <p:spPr>
            <a:xfrm>
              <a:off x="0" y="0"/>
              <a:ext cx="9144000" cy="6858000"/>
            </a:xfrm>
            <a:custGeom>
              <a:avLst/>
              <a:gdLst/>
              <a:ahLst/>
              <a:cxnLst/>
              <a:rect l="l" t="t" r="r" b="b"/>
              <a:pathLst>
                <a:path w="9144000" h="6858000">
                  <a:moveTo>
                    <a:pt x="9144000" y="6679184"/>
                  </a:moveTo>
                  <a:lnTo>
                    <a:pt x="0" y="6679184"/>
                  </a:lnTo>
                  <a:lnTo>
                    <a:pt x="0" y="6858000"/>
                  </a:lnTo>
                  <a:lnTo>
                    <a:pt x="9144000" y="6858000"/>
                  </a:lnTo>
                  <a:lnTo>
                    <a:pt x="9144000" y="6679184"/>
                  </a:lnTo>
                  <a:close/>
                </a:path>
                <a:path w="9144000" h="6858000">
                  <a:moveTo>
                    <a:pt x="9144000" y="0"/>
                  </a:moveTo>
                  <a:lnTo>
                    <a:pt x="0" y="0"/>
                  </a:lnTo>
                  <a:lnTo>
                    <a:pt x="0" y="178828"/>
                  </a:lnTo>
                  <a:lnTo>
                    <a:pt x="9144000" y="178828"/>
                  </a:lnTo>
                  <a:lnTo>
                    <a:pt x="9144000" y="0"/>
                  </a:lnTo>
                  <a:close/>
                </a:path>
              </a:pathLst>
            </a:custGeom>
            <a:solidFill>
              <a:srgbClr val="00B0F0"/>
            </a:solidFill>
          </p:spPr>
          <p:txBody>
            <a:bodyPr wrap="square" lIns="0" tIns="0" rIns="0" bIns="0" rtlCol="0"/>
            <a:lstStyle/>
            <a:p>
              <a:endParaRPr/>
            </a:p>
          </p:txBody>
        </p:sp>
        <p:pic>
          <p:nvPicPr>
            <p:cNvPr id="7" name="object 6">
              <a:extLst>
                <a:ext uri="{FF2B5EF4-FFF2-40B4-BE49-F238E27FC236}">
                  <a16:creationId xmlns:a16="http://schemas.microsoft.com/office/drawing/2014/main" id="{C4B0CA06-264C-B7A0-3DA3-B8CFF86E7B6C}"/>
                </a:ext>
              </a:extLst>
            </p:cNvPr>
            <p:cNvPicPr/>
            <p:nvPr/>
          </p:nvPicPr>
          <p:blipFill>
            <a:blip r:embed="rId2" cstate="print"/>
            <a:stretch>
              <a:fillRect/>
            </a:stretch>
          </p:blipFill>
          <p:spPr>
            <a:xfrm>
              <a:off x="7924590" y="285728"/>
              <a:ext cx="996639" cy="995635"/>
            </a:xfrm>
            <a:prstGeom prst="rect">
              <a:avLst/>
            </a:prstGeom>
          </p:spPr>
        </p:pic>
      </p:grpSp>
      <p:sp>
        <p:nvSpPr>
          <p:cNvPr id="8" name="object 9">
            <a:extLst>
              <a:ext uri="{FF2B5EF4-FFF2-40B4-BE49-F238E27FC236}">
                <a16:creationId xmlns:a16="http://schemas.microsoft.com/office/drawing/2014/main" id="{839B2D18-8BC9-6438-117B-254C6CB801E9}"/>
              </a:ext>
            </a:extLst>
          </p:cNvPr>
          <p:cNvSpPr txBox="1">
            <a:spLocks noGrp="1"/>
          </p:cNvSpPr>
          <p:nvPr>
            <p:ph type="dt" sz="half" idx="6"/>
          </p:nvPr>
        </p:nvSpPr>
        <p:spPr>
          <a:xfrm>
            <a:off x="685800" y="6652816"/>
            <a:ext cx="8087328" cy="205184"/>
          </a:xfrm>
          <a:prstGeom prst="rect">
            <a:avLst/>
          </a:prstGeom>
        </p:spPr>
        <p:txBody>
          <a:bodyPr vert="horz" wrap="square" lIns="0" tIns="0" rIns="0" bIns="0" rtlCol="0">
            <a:spAutoFit/>
          </a:bodyPr>
          <a:lstStyle/>
          <a:p>
            <a:pPr>
              <a:lnSpc>
                <a:spcPts val="1590"/>
              </a:lnSpc>
            </a:pPr>
            <a:r>
              <a:rPr dirty="0"/>
              <a:t>Department</a:t>
            </a:r>
            <a:r>
              <a:rPr spc="-45" dirty="0"/>
              <a:t> </a:t>
            </a:r>
            <a:r>
              <a:rPr dirty="0"/>
              <a:t>of</a:t>
            </a:r>
            <a:r>
              <a:rPr spc="-45" dirty="0"/>
              <a:t> </a:t>
            </a:r>
            <a:r>
              <a:rPr dirty="0"/>
              <a:t>Computational</a:t>
            </a:r>
            <a:r>
              <a:rPr spc="-40" dirty="0"/>
              <a:t> </a:t>
            </a:r>
            <a:r>
              <a:rPr dirty="0"/>
              <a:t>Intelligence</a:t>
            </a:r>
            <a:r>
              <a:rPr spc="-45" dirty="0"/>
              <a:t> </a:t>
            </a:r>
            <a:r>
              <a:rPr spc="-465" dirty="0"/>
              <a:t>|</a:t>
            </a:r>
            <a:r>
              <a:rPr spc="-45" dirty="0"/>
              <a:t> </a:t>
            </a:r>
            <a:r>
              <a:rPr lang="en-US" spc="-45" dirty="0"/>
              <a:t>Application Development - 1</a:t>
            </a:r>
            <a:r>
              <a:rPr spc="-45" dirty="0"/>
              <a:t> </a:t>
            </a:r>
            <a:r>
              <a:rPr spc="-465" dirty="0"/>
              <a:t>|</a:t>
            </a:r>
            <a:r>
              <a:rPr spc="-45" dirty="0"/>
              <a:t> </a:t>
            </a:r>
            <a:r>
              <a:rPr spc="-35" dirty="0" err="1"/>
              <a:t>B.Tech</a:t>
            </a:r>
            <a:r>
              <a:rPr spc="-40" dirty="0"/>
              <a:t> </a:t>
            </a:r>
            <a:r>
              <a:rPr dirty="0"/>
              <a:t>I</a:t>
            </a:r>
            <a:r>
              <a:rPr lang="en-US" dirty="0"/>
              <a:t>II</a:t>
            </a:r>
            <a:r>
              <a:rPr spc="-45" dirty="0"/>
              <a:t> </a:t>
            </a:r>
            <a:r>
              <a:rPr dirty="0"/>
              <a:t>Year</a:t>
            </a:r>
            <a:r>
              <a:rPr spc="-40" dirty="0"/>
              <a:t> </a:t>
            </a:r>
            <a:r>
              <a:rPr spc="295" dirty="0"/>
              <a:t>–</a:t>
            </a:r>
            <a:r>
              <a:rPr spc="-45" dirty="0"/>
              <a:t> </a:t>
            </a:r>
            <a:r>
              <a:rPr dirty="0"/>
              <a:t>I</a:t>
            </a:r>
            <a:r>
              <a:rPr spc="-45" dirty="0"/>
              <a:t> </a:t>
            </a:r>
            <a:r>
              <a:rPr spc="-25" dirty="0"/>
              <a:t>Sem</a:t>
            </a:r>
          </a:p>
        </p:txBody>
      </p:sp>
      <p:pic>
        <p:nvPicPr>
          <p:cNvPr id="12" name="Picture 11">
            <a:extLst>
              <a:ext uri="{FF2B5EF4-FFF2-40B4-BE49-F238E27FC236}">
                <a16:creationId xmlns:a16="http://schemas.microsoft.com/office/drawing/2014/main" id="{A937554E-7FD9-ACF9-1DA2-9D24D37566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2574" y="1066800"/>
            <a:ext cx="6458851" cy="5558283"/>
          </a:xfrm>
          <a:prstGeom prst="rect">
            <a:avLst/>
          </a:prstGeom>
        </p:spPr>
      </p:pic>
    </p:spTree>
    <p:extLst>
      <p:ext uri="{BB962C8B-B14F-4D97-AF65-F5344CB8AC3E}">
        <p14:creationId xmlns:p14="http://schemas.microsoft.com/office/powerpoint/2010/main" val="38239388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7285416D-03B1-497E-4B92-28B59FDBA41B}"/>
              </a:ext>
            </a:extLst>
          </p:cNvPr>
          <p:cNvGrpSpPr/>
          <p:nvPr/>
        </p:nvGrpSpPr>
        <p:grpSpPr>
          <a:xfrm>
            <a:off x="0" y="0"/>
            <a:ext cx="9144000" cy="6858000"/>
            <a:chOff x="0" y="0"/>
            <a:chExt cx="9144000" cy="6858000"/>
          </a:xfrm>
        </p:grpSpPr>
        <p:sp>
          <p:nvSpPr>
            <p:cNvPr id="5" name="object 4">
              <a:extLst>
                <a:ext uri="{FF2B5EF4-FFF2-40B4-BE49-F238E27FC236}">
                  <a16:creationId xmlns:a16="http://schemas.microsoft.com/office/drawing/2014/main" id="{1D4E5A2C-3326-1F52-F0E8-9173B18EF0A6}"/>
                </a:ext>
              </a:extLst>
            </p:cNvPr>
            <p:cNvSpPr/>
            <p:nvPr/>
          </p:nvSpPr>
          <p:spPr>
            <a:xfrm>
              <a:off x="142843" y="214289"/>
              <a:ext cx="8858885" cy="6430010"/>
            </a:xfrm>
            <a:custGeom>
              <a:avLst/>
              <a:gdLst/>
              <a:ahLst/>
              <a:cxnLst/>
              <a:rect l="l" t="t" r="r" b="b"/>
              <a:pathLst>
                <a:path w="8858885" h="6430009">
                  <a:moveTo>
                    <a:pt x="0" y="0"/>
                  </a:moveTo>
                  <a:lnTo>
                    <a:pt x="8858312" y="0"/>
                  </a:lnTo>
                  <a:lnTo>
                    <a:pt x="8858312" y="6429419"/>
                  </a:lnTo>
                  <a:lnTo>
                    <a:pt x="0" y="6429419"/>
                  </a:lnTo>
                  <a:lnTo>
                    <a:pt x="0" y="0"/>
                  </a:lnTo>
                  <a:close/>
                </a:path>
              </a:pathLst>
            </a:custGeom>
            <a:ln w="25399">
              <a:solidFill>
                <a:srgbClr val="385E88"/>
              </a:solidFill>
            </a:ln>
          </p:spPr>
          <p:txBody>
            <a:bodyPr wrap="square" lIns="0" tIns="0" rIns="0" bIns="0" rtlCol="0"/>
            <a:lstStyle/>
            <a:p>
              <a:endParaRPr/>
            </a:p>
          </p:txBody>
        </p:sp>
        <p:sp>
          <p:nvSpPr>
            <p:cNvPr id="6" name="object 5">
              <a:extLst>
                <a:ext uri="{FF2B5EF4-FFF2-40B4-BE49-F238E27FC236}">
                  <a16:creationId xmlns:a16="http://schemas.microsoft.com/office/drawing/2014/main" id="{5C7B3052-782B-974D-93F8-09C7F991A788}"/>
                </a:ext>
              </a:extLst>
            </p:cNvPr>
            <p:cNvSpPr/>
            <p:nvPr/>
          </p:nvSpPr>
          <p:spPr>
            <a:xfrm>
              <a:off x="0" y="0"/>
              <a:ext cx="9144000" cy="6858000"/>
            </a:xfrm>
            <a:custGeom>
              <a:avLst/>
              <a:gdLst/>
              <a:ahLst/>
              <a:cxnLst/>
              <a:rect l="l" t="t" r="r" b="b"/>
              <a:pathLst>
                <a:path w="9144000" h="6858000">
                  <a:moveTo>
                    <a:pt x="9144000" y="6679184"/>
                  </a:moveTo>
                  <a:lnTo>
                    <a:pt x="0" y="6679184"/>
                  </a:lnTo>
                  <a:lnTo>
                    <a:pt x="0" y="6858000"/>
                  </a:lnTo>
                  <a:lnTo>
                    <a:pt x="9144000" y="6858000"/>
                  </a:lnTo>
                  <a:lnTo>
                    <a:pt x="9144000" y="6679184"/>
                  </a:lnTo>
                  <a:close/>
                </a:path>
                <a:path w="9144000" h="6858000">
                  <a:moveTo>
                    <a:pt x="9144000" y="0"/>
                  </a:moveTo>
                  <a:lnTo>
                    <a:pt x="0" y="0"/>
                  </a:lnTo>
                  <a:lnTo>
                    <a:pt x="0" y="178828"/>
                  </a:lnTo>
                  <a:lnTo>
                    <a:pt x="9144000" y="178828"/>
                  </a:lnTo>
                  <a:lnTo>
                    <a:pt x="9144000" y="0"/>
                  </a:lnTo>
                  <a:close/>
                </a:path>
              </a:pathLst>
            </a:custGeom>
            <a:solidFill>
              <a:srgbClr val="00B0F0"/>
            </a:solidFill>
          </p:spPr>
          <p:txBody>
            <a:bodyPr wrap="square" lIns="0" tIns="0" rIns="0" bIns="0" rtlCol="0"/>
            <a:lstStyle/>
            <a:p>
              <a:endParaRPr/>
            </a:p>
          </p:txBody>
        </p:sp>
        <p:pic>
          <p:nvPicPr>
            <p:cNvPr id="7" name="object 6">
              <a:extLst>
                <a:ext uri="{FF2B5EF4-FFF2-40B4-BE49-F238E27FC236}">
                  <a16:creationId xmlns:a16="http://schemas.microsoft.com/office/drawing/2014/main" id="{92C66F57-0B05-1D2B-C5C3-61009D54AC84}"/>
                </a:ext>
              </a:extLst>
            </p:cNvPr>
            <p:cNvPicPr/>
            <p:nvPr/>
          </p:nvPicPr>
          <p:blipFill>
            <a:blip r:embed="rId2" cstate="print"/>
            <a:stretch>
              <a:fillRect/>
            </a:stretch>
          </p:blipFill>
          <p:spPr>
            <a:xfrm>
              <a:off x="7924590" y="285728"/>
              <a:ext cx="996639" cy="995635"/>
            </a:xfrm>
            <a:prstGeom prst="rect">
              <a:avLst/>
            </a:prstGeom>
          </p:spPr>
        </p:pic>
      </p:grpSp>
      <p:sp>
        <p:nvSpPr>
          <p:cNvPr id="8" name="object 9">
            <a:extLst>
              <a:ext uri="{FF2B5EF4-FFF2-40B4-BE49-F238E27FC236}">
                <a16:creationId xmlns:a16="http://schemas.microsoft.com/office/drawing/2014/main" id="{0AA41757-56B0-AB43-6BB6-7D37C2B9C773}"/>
              </a:ext>
            </a:extLst>
          </p:cNvPr>
          <p:cNvSpPr txBox="1">
            <a:spLocks noGrp="1"/>
          </p:cNvSpPr>
          <p:nvPr>
            <p:ph type="dt" sz="half" idx="6"/>
          </p:nvPr>
        </p:nvSpPr>
        <p:spPr>
          <a:xfrm>
            <a:off x="685800" y="6652816"/>
            <a:ext cx="8087328" cy="205184"/>
          </a:xfrm>
          <a:prstGeom prst="rect">
            <a:avLst/>
          </a:prstGeom>
        </p:spPr>
        <p:txBody>
          <a:bodyPr vert="horz" wrap="square" lIns="0" tIns="0" rIns="0" bIns="0" rtlCol="0">
            <a:spAutoFit/>
          </a:bodyPr>
          <a:lstStyle/>
          <a:p>
            <a:pPr>
              <a:lnSpc>
                <a:spcPts val="1590"/>
              </a:lnSpc>
            </a:pPr>
            <a:r>
              <a:rPr dirty="0"/>
              <a:t>Department</a:t>
            </a:r>
            <a:r>
              <a:rPr spc="-45" dirty="0"/>
              <a:t> </a:t>
            </a:r>
            <a:r>
              <a:rPr dirty="0"/>
              <a:t>of</a:t>
            </a:r>
            <a:r>
              <a:rPr spc="-45" dirty="0"/>
              <a:t> </a:t>
            </a:r>
            <a:r>
              <a:rPr dirty="0"/>
              <a:t>Computational</a:t>
            </a:r>
            <a:r>
              <a:rPr spc="-40" dirty="0"/>
              <a:t> </a:t>
            </a:r>
            <a:r>
              <a:rPr dirty="0"/>
              <a:t>Intelligence</a:t>
            </a:r>
            <a:r>
              <a:rPr spc="-45" dirty="0"/>
              <a:t> </a:t>
            </a:r>
            <a:r>
              <a:rPr spc="-465" dirty="0"/>
              <a:t>|</a:t>
            </a:r>
            <a:r>
              <a:rPr spc="-45" dirty="0"/>
              <a:t> </a:t>
            </a:r>
            <a:r>
              <a:rPr lang="en-US" spc="-45" dirty="0"/>
              <a:t>Application Development - 1</a:t>
            </a:r>
            <a:r>
              <a:rPr spc="-45" dirty="0"/>
              <a:t> </a:t>
            </a:r>
            <a:r>
              <a:rPr spc="-465" dirty="0"/>
              <a:t>|</a:t>
            </a:r>
            <a:r>
              <a:rPr spc="-45" dirty="0"/>
              <a:t> </a:t>
            </a:r>
            <a:r>
              <a:rPr spc="-35" dirty="0" err="1"/>
              <a:t>B.Tech</a:t>
            </a:r>
            <a:r>
              <a:rPr spc="-40" dirty="0"/>
              <a:t> </a:t>
            </a:r>
            <a:r>
              <a:rPr dirty="0"/>
              <a:t>I</a:t>
            </a:r>
            <a:r>
              <a:rPr lang="en-US" dirty="0"/>
              <a:t>II</a:t>
            </a:r>
            <a:r>
              <a:rPr spc="-45" dirty="0"/>
              <a:t> </a:t>
            </a:r>
            <a:r>
              <a:rPr dirty="0"/>
              <a:t>Year</a:t>
            </a:r>
            <a:r>
              <a:rPr spc="-40" dirty="0"/>
              <a:t> </a:t>
            </a:r>
            <a:r>
              <a:rPr spc="295" dirty="0"/>
              <a:t>–</a:t>
            </a:r>
            <a:r>
              <a:rPr spc="-45" dirty="0"/>
              <a:t> </a:t>
            </a:r>
            <a:r>
              <a:rPr dirty="0"/>
              <a:t>I</a:t>
            </a:r>
            <a:r>
              <a:rPr spc="-45" dirty="0"/>
              <a:t> </a:t>
            </a:r>
            <a:r>
              <a:rPr spc="-25" dirty="0"/>
              <a:t>Sem</a:t>
            </a:r>
          </a:p>
        </p:txBody>
      </p:sp>
      <p:sp>
        <p:nvSpPr>
          <p:cNvPr id="13" name="Text Placeholder 2">
            <a:extLst>
              <a:ext uri="{FF2B5EF4-FFF2-40B4-BE49-F238E27FC236}">
                <a16:creationId xmlns:a16="http://schemas.microsoft.com/office/drawing/2014/main" id="{DB50B51C-66D8-7A5B-E423-2BC98027F324}"/>
              </a:ext>
            </a:extLst>
          </p:cNvPr>
          <p:cNvSpPr txBox="1">
            <a:spLocks/>
          </p:cNvSpPr>
          <p:nvPr/>
        </p:nvSpPr>
        <p:spPr>
          <a:xfrm>
            <a:off x="661219" y="1905000"/>
            <a:ext cx="7640320" cy="2712987"/>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lnSpc>
                <a:spcPct val="150000"/>
              </a:lnSpc>
            </a:pPr>
            <a:r>
              <a:rPr lang="en-US" sz="2000" b="1" dirty="0"/>
              <a:t>Use Case Diagram</a:t>
            </a:r>
          </a:p>
          <a:p>
            <a:pPr algn="just">
              <a:lnSpc>
                <a:spcPct val="150000"/>
              </a:lnSpc>
            </a:pPr>
            <a:r>
              <a:rPr lang="en-US" sz="2000" b="1" dirty="0"/>
              <a:t>Purpose:</a:t>
            </a:r>
            <a:r>
              <a:rPr lang="en-US" sz="2000" dirty="0"/>
              <a:t> Shows system functionality and user interactions.</a:t>
            </a:r>
          </a:p>
          <a:p>
            <a:pPr algn="just">
              <a:lnSpc>
                <a:spcPct val="150000"/>
              </a:lnSpc>
            </a:pPr>
            <a:r>
              <a:rPr lang="en-US" sz="2000" b="1" dirty="0"/>
              <a:t>Actors:</a:t>
            </a:r>
            <a:r>
              <a:rPr lang="en-US" sz="2000" dirty="0"/>
              <a:t> </a:t>
            </a:r>
            <a:r>
              <a:rPr lang="en-US" sz="2000" b="1" dirty="0"/>
              <a:t>User</a:t>
            </a:r>
            <a:r>
              <a:rPr lang="en-US" sz="2000" dirty="0"/>
              <a:t> (submits prompt), </a:t>
            </a:r>
            <a:r>
              <a:rPr lang="en-US" sz="2000" b="1" dirty="0"/>
              <a:t>Admin</a:t>
            </a:r>
            <a:r>
              <a:rPr lang="en-US" sz="2000" dirty="0"/>
              <a:t> (monitors system, reviews flags).</a:t>
            </a:r>
          </a:p>
          <a:p>
            <a:pPr algn="just">
              <a:lnSpc>
                <a:spcPct val="150000"/>
              </a:lnSpc>
            </a:pPr>
            <a:r>
              <a:rPr lang="en-US" sz="2000" b="1" dirty="0"/>
              <a:t>Key Use Cases:</a:t>
            </a:r>
            <a:r>
              <a:rPr lang="en-US" sz="2000" dirty="0"/>
              <a:t> </a:t>
            </a:r>
            <a:r>
              <a:rPr lang="en-US" sz="2000" i="1" dirty="0"/>
              <a:t>Submit Prompt for Analysis</a:t>
            </a:r>
            <a:r>
              <a:rPr lang="en-US" sz="2000" dirty="0"/>
              <a:t>, </a:t>
            </a:r>
            <a:r>
              <a:rPr lang="en-US" sz="2000" i="1" dirty="0"/>
              <a:t>View Detailed Report with Confidence Score</a:t>
            </a:r>
            <a:r>
              <a:rPr lang="en-US" sz="2000" dirty="0"/>
              <a:t>, </a:t>
            </a:r>
            <a:r>
              <a:rPr lang="en-US" sz="2000" i="1" dirty="0"/>
              <a:t>Review Flagged Anomalies</a:t>
            </a:r>
            <a:r>
              <a:rPr lang="en-US" sz="2000" dirty="0"/>
              <a:t>, </a:t>
            </a:r>
            <a:r>
              <a:rPr lang="en-US" sz="2000" i="1" dirty="0"/>
              <a:t>Retrain Model with New Data</a:t>
            </a:r>
            <a:r>
              <a:rPr lang="en-US" sz="2000" dirty="0"/>
              <a:t>.</a:t>
            </a:r>
          </a:p>
          <a:p>
            <a:pPr algn="just">
              <a:lnSpc>
                <a:spcPct val="150000"/>
              </a:lnSpc>
            </a:pPr>
            <a:r>
              <a:rPr lang="en-US" sz="2000" b="1" dirty="0"/>
              <a:t>Value:</a:t>
            </a:r>
            <a:r>
              <a:rPr lang="en-US" sz="2000" dirty="0"/>
              <a:t> Defines the system's scope from a user perspective, outlining all possible actions without technical details.</a:t>
            </a:r>
          </a:p>
        </p:txBody>
      </p:sp>
      <p:sp>
        <p:nvSpPr>
          <p:cNvPr id="16" name="Title 1">
            <a:extLst>
              <a:ext uri="{FF2B5EF4-FFF2-40B4-BE49-F238E27FC236}">
                <a16:creationId xmlns:a16="http://schemas.microsoft.com/office/drawing/2014/main" id="{1047BC0D-24F8-80D0-777F-F49160528E87}"/>
              </a:ext>
            </a:extLst>
          </p:cNvPr>
          <p:cNvSpPr>
            <a:spLocks noGrp="1"/>
          </p:cNvSpPr>
          <p:nvPr>
            <p:ph type="title"/>
          </p:nvPr>
        </p:nvSpPr>
        <p:spPr>
          <a:xfrm>
            <a:off x="287306" y="443529"/>
            <a:ext cx="4284693" cy="553998"/>
          </a:xfrm>
        </p:spPr>
        <p:txBody>
          <a:bodyPr/>
          <a:lstStyle/>
          <a:p>
            <a:r>
              <a:rPr lang="en-US" dirty="0"/>
              <a:t>Use Case Diagram</a:t>
            </a:r>
            <a:endParaRPr lang="en-IN" dirty="0"/>
          </a:p>
        </p:txBody>
      </p:sp>
    </p:spTree>
    <p:extLst>
      <p:ext uri="{BB962C8B-B14F-4D97-AF65-F5344CB8AC3E}">
        <p14:creationId xmlns:p14="http://schemas.microsoft.com/office/powerpoint/2010/main" val="14920994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24A0E-680B-DCE2-6DAC-57DDA50E8B57}"/>
              </a:ext>
            </a:extLst>
          </p:cNvPr>
          <p:cNvSpPr>
            <a:spLocks noGrp="1"/>
          </p:cNvSpPr>
          <p:nvPr>
            <p:ph type="title"/>
          </p:nvPr>
        </p:nvSpPr>
        <p:spPr>
          <a:xfrm>
            <a:off x="287306" y="443529"/>
            <a:ext cx="4056093" cy="553998"/>
          </a:xfrm>
        </p:spPr>
        <p:txBody>
          <a:bodyPr/>
          <a:lstStyle/>
          <a:p>
            <a:r>
              <a:rPr lang="en-US" dirty="0"/>
              <a:t>Activity Diagram</a:t>
            </a:r>
            <a:endParaRPr lang="en-IN" dirty="0"/>
          </a:p>
        </p:txBody>
      </p:sp>
      <p:grpSp>
        <p:nvGrpSpPr>
          <p:cNvPr id="4" name="object 3">
            <a:extLst>
              <a:ext uri="{FF2B5EF4-FFF2-40B4-BE49-F238E27FC236}">
                <a16:creationId xmlns:a16="http://schemas.microsoft.com/office/drawing/2014/main" id="{D89D83EC-40CD-47E7-FA3A-573305497E35}"/>
              </a:ext>
            </a:extLst>
          </p:cNvPr>
          <p:cNvGrpSpPr/>
          <p:nvPr/>
        </p:nvGrpSpPr>
        <p:grpSpPr>
          <a:xfrm>
            <a:off x="0" y="152400"/>
            <a:ext cx="9144000" cy="6858000"/>
            <a:chOff x="0" y="0"/>
            <a:chExt cx="9144000" cy="6858000"/>
          </a:xfrm>
        </p:grpSpPr>
        <p:sp>
          <p:nvSpPr>
            <p:cNvPr id="5" name="object 4">
              <a:extLst>
                <a:ext uri="{FF2B5EF4-FFF2-40B4-BE49-F238E27FC236}">
                  <a16:creationId xmlns:a16="http://schemas.microsoft.com/office/drawing/2014/main" id="{4123DDB1-FE32-FF41-9814-AA754BC00C57}"/>
                </a:ext>
              </a:extLst>
            </p:cNvPr>
            <p:cNvSpPr/>
            <p:nvPr/>
          </p:nvSpPr>
          <p:spPr>
            <a:xfrm>
              <a:off x="142843" y="214289"/>
              <a:ext cx="8858885" cy="6430010"/>
            </a:xfrm>
            <a:custGeom>
              <a:avLst/>
              <a:gdLst/>
              <a:ahLst/>
              <a:cxnLst/>
              <a:rect l="l" t="t" r="r" b="b"/>
              <a:pathLst>
                <a:path w="8858885" h="6430009">
                  <a:moveTo>
                    <a:pt x="0" y="0"/>
                  </a:moveTo>
                  <a:lnTo>
                    <a:pt x="8858312" y="0"/>
                  </a:lnTo>
                  <a:lnTo>
                    <a:pt x="8858312" y="6429419"/>
                  </a:lnTo>
                  <a:lnTo>
                    <a:pt x="0" y="6429419"/>
                  </a:lnTo>
                  <a:lnTo>
                    <a:pt x="0" y="0"/>
                  </a:lnTo>
                  <a:close/>
                </a:path>
              </a:pathLst>
            </a:custGeom>
            <a:ln w="25399">
              <a:solidFill>
                <a:srgbClr val="385E88"/>
              </a:solidFill>
            </a:ln>
          </p:spPr>
          <p:txBody>
            <a:bodyPr wrap="square" lIns="0" tIns="0" rIns="0" bIns="0" rtlCol="0"/>
            <a:lstStyle/>
            <a:p>
              <a:endParaRPr/>
            </a:p>
          </p:txBody>
        </p:sp>
        <p:sp>
          <p:nvSpPr>
            <p:cNvPr id="6" name="object 5">
              <a:extLst>
                <a:ext uri="{FF2B5EF4-FFF2-40B4-BE49-F238E27FC236}">
                  <a16:creationId xmlns:a16="http://schemas.microsoft.com/office/drawing/2014/main" id="{0F3CAA5E-2CBA-D860-1AB9-60CBA14F6D2B}"/>
                </a:ext>
              </a:extLst>
            </p:cNvPr>
            <p:cNvSpPr/>
            <p:nvPr/>
          </p:nvSpPr>
          <p:spPr>
            <a:xfrm>
              <a:off x="0" y="0"/>
              <a:ext cx="9144000" cy="6858000"/>
            </a:xfrm>
            <a:custGeom>
              <a:avLst/>
              <a:gdLst/>
              <a:ahLst/>
              <a:cxnLst/>
              <a:rect l="l" t="t" r="r" b="b"/>
              <a:pathLst>
                <a:path w="9144000" h="6858000">
                  <a:moveTo>
                    <a:pt x="9144000" y="6679184"/>
                  </a:moveTo>
                  <a:lnTo>
                    <a:pt x="0" y="6679184"/>
                  </a:lnTo>
                  <a:lnTo>
                    <a:pt x="0" y="6858000"/>
                  </a:lnTo>
                  <a:lnTo>
                    <a:pt x="9144000" y="6858000"/>
                  </a:lnTo>
                  <a:lnTo>
                    <a:pt x="9144000" y="6679184"/>
                  </a:lnTo>
                  <a:close/>
                </a:path>
                <a:path w="9144000" h="6858000">
                  <a:moveTo>
                    <a:pt x="9144000" y="0"/>
                  </a:moveTo>
                  <a:lnTo>
                    <a:pt x="0" y="0"/>
                  </a:lnTo>
                  <a:lnTo>
                    <a:pt x="0" y="178828"/>
                  </a:lnTo>
                  <a:lnTo>
                    <a:pt x="9144000" y="178828"/>
                  </a:lnTo>
                  <a:lnTo>
                    <a:pt x="9144000" y="0"/>
                  </a:lnTo>
                  <a:close/>
                </a:path>
              </a:pathLst>
            </a:custGeom>
            <a:solidFill>
              <a:srgbClr val="00B0F0"/>
            </a:solidFill>
          </p:spPr>
          <p:txBody>
            <a:bodyPr wrap="square" lIns="0" tIns="0" rIns="0" bIns="0" rtlCol="0"/>
            <a:lstStyle/>
            <a:p>
              <a:endParaRPr/>
            </a:p>
          </p:txBody>
        </p:sp>
        <p:pic>
          <p:nvPicPr>
            <p:cNvPr id="7" name="object 6">
              <a:extLst>
                <a:ext uri="{FF2B5EF4-FFF2-40B4-BE49-F238E27FC236}">
                  <a16:creationId xmlns:a16="http://schemas.microsoft.com/office/drawing/2014/main" id="{67E9EADD-5B1B-11A5-3CC7-A0DEB8E300ED}"/>
                </a:ext>
              </a:extLst>
            </p:cNvPr>
            <p:cNvPicPr/>
            <p:nvPr/>
          </p:nvPicPr>
          <p:blipFill>
            <a:blip r:embed="rId2" cstate="print"/>
            <a:stretch>
              <a:fillRect/>
            </a:stretch>
          </p:blipFill>
          <p:spPr>
            <a:xfrm>
              <a:off x="7924590" y="285728"/>
              <a:ext cx="996639" cy="995635"/>
            </a:xfrm>
            <a:prstGeom prst="rect">
              <a:avLst/>
            </a:prstGeom>
          </p:spPr>
        </p:pic>
      </p:grpSp>
      <p:sp>
        <p:nvSpPr>
          <p:cNvPr id="8" name="object 9">
            <a:extLst>
              <a:ext uri="{FF2B5EF4-FFF2-40B4-BE49-F238E27FC236}">
                <a16:creationId xmlns:a16="http://schemas.microsoft.com/office/drawing/2014/main" id="{487032C1-2307-E1B1-3988-16508E8C38F7}"/>
              </a:ext>
            </a:extLst>
          </p:cNvPr>
          <p:cNvSpPr txBox="1">
            <a:spLocks noGrp="1"/>
          </p:cNvSpPr>
          <p:nvPr>
            <p:ph type="dt" sz="half" idx="6"/>
          </p:nvPr>
        </p:nvSpPr>
        <p:spPr>
          <a:xfrm>
            <a:off x="838200" y="6805216"/>
            <a:ext cx="8087328" cy="205184"/>
          </a:xfrm>
          <a:prstGeom prst="rect">
            <a:avLst/>
          </a:prstGeom>
        </p:spPr>
        <p:txBody>
          <a:bodyPr vert="horz" wrap="square" lIns="0" tIns="0" rIns="0" bIns="0" rtlCol="0">
            <a:spAutoFit/>
          </a:bodyPr>
          <a:lstStyle/>
          <a:p>
            <a:pPr>
              <a:lnSpc>
                <a:spcPts val="1590"/>
              </a:lnSpc>
            </a:pPr>
            <a:r>
              <a:rPr dirty="0"/>
              <a:t>Department</a:t>
            </a:r>
            <a:r>
              <a:rPr spc="-45" dirty="0"/>
              <a:t> </a:t>
            </a:r>
            <a:r>
              <a:rPr dirty="0"/>
              <a:t>of</a:t>
            </a:r>
            <a:r>
              <a:rPr spc="-45" dirty="0"/>
              <a:t> </a:t>
            </a:r>
            <a:r>
              <a:rPr dirty="0"/>
              <a:t>Computational</a:t>
            </a:r>
            <a:r>
              <a:rPr spc="-40" dirty="0"/>
              <a:t> </a:t>
            </a:r>
            <a:r>
              <a:rPr dirty="0"/>
              <a:t>Intelligence</a:t>
            </a:r>
            <a:r>
              <a:rPr spc="-45" dirty="0"/>
              <a:t> </a:t>
            </a:r>
            <a:r>
              <a:rPr spc="-465" dirty="0"/>
              <a:t>|</a:t>
            </a:r>
            <a:r>
              <a:rPr spc="-45" dirty="0"/>
              <a:t> </a:t>
            </a:r>
            <a:r>
              <a:rPr lang="en-US" spc="-45" dirty="0"/>
              <a:t>Application Development - 1</a:t>
            </a:r>
            <a:r>
              <a:rPr spc="-45" dirty="0"/>
              <a:t> </a:t>
            </a:r>
            <a:r>
              <a:rPr spc="-465" dirty="0"/>
              <a:t>|</a:t>
            </a:r>
            <a:r>
              <a:rPr spc="-45" dirty="0"/>
              <a:t> </a:t>
            </a:r>
            <a:r>
              <a:rPr spc="-35" dirty="0" err="1"/>
              <a:t>B.Tech</a:t>
            </a:r>
            <a:r>
              <a:rPr spc="-40" dirty="0"/>
              <a:t> </a:t>
            </a:r>
            <a:r>
              <a:rPr dirty="0"/>
              <a:t>I</a:t>
            </a:r>
            <a:r>
              <a:rPr lang="en-US" dirty="0"/>
              <a:t>II</a:t>
            </a:r>
            <a:r>
              <a:rPr spc="-45" dirty="0"/>
              <a:t> </a:t>
            </a:r>
            <a:r>
              <a:rPr dirty="0"/>
              <a:t>Year</a:t>
            </a:r>
            <a:r>
              <a:rPr spc="-40" dirty="0"/>
              <a:t> </a:t>
            </a:r>
            <a:r>
              <a:rPr spc="295" dirty="0"/>
              <a:t>–</a:t>
            </a:r>
            <a:r>
              <a:rPr spc="-45" dirty="0"/>
              <a:t> </a:t>
            </a:r>
            <a:r>
              <a:rPr dirty="0"/>
              <a:t>I</a:t>
            </a:r>
            <a:r>
              <a:rPr spc="-45" dirty="0"/>
              <a:t> </a:t>
            </a:r>
            <a:r>
              <a:rPr spc="-25" dirty="0"/>
              <a:t>Sem</a:t>
            </a:r>
          </a:p>
        </p:txBody>
      </p:sp>
      <p:pic>
        <p:nvPicPr>
          <p:cNvPr id="10" name="Picture 9">
            <a:extLst>
              <a:ext uri="{FF2B5EF4-FFF2-40B4-BE49-F238E27FC236}">
                <a16:creationId xmlns:a16="http://schemas.microsoft.com/office/drawing/2014/main" id="{E64ACE6E-2126-A675-1668-A37216C4E6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9700" y="1066800"/>
            <a:ext cx="6264600" cy="5638800"/>
          </a:xfrm>
          <a:prstGeom prst="rect">
            <a:avLst/>
          </a:prstGeom>
        </p:spPr>
      </p:pic>
      <p:pic>
        <p:nvPicPr>
          <p:cNvPr id="3" name="Picture 2">
            <a:extLst>
              <a:ext uri="{FF2B5EF4-FFF2-40B4-BE49-F238E27FC236}">
                <a16:creationId xmlns:a16="http://schemas.microsoft.com/office/drawing/2014/main" id="{12BC840D-F361-405F-288A-26C7DBAB4BD3}"/>
              </a:ext>
            </a:extLst>
          </p:cNvPr>
          <p:cNvPicPr>
            <a:picLocks noChangeAspect="1"/>
          </p:cNvPicPr>
          <p:nvPr/>
        </p:nvPicPr>
        <p:blipFill>
          <a:blip r:embed="rId4"/>
          <a:stretch>
            <a:fillRect/>
          </a:stretch>
        </p:blipFill>
        <p:spPr>
          <a:xfrm>
            <a:off x="3043224" y="997527"/>
            <a:ext cx="3514758" cy="408693"/>
          </a:xfrm>
          <a:prstGeom prst="rect">
            <a:avLst/>
          </a:prstGeom>
        </p:spPr>
      </p:pic>
    </p:spTree>
    <p:extLst>
      <p:ext uri="{BB962C8B-B14F-4D97-AF65-F5344CB8AC3E}">
        <p14:creationId xmlns:p14="http://schemas.microsoft.com/office/powerpoint/2010/main" val="9783624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8F5ADE2-EF60-F8A2-7268-B8834294F001}"/>
              </a:ext>
            </a:extLst>
          </p:cNvPr>
          <p:cNvGrpSpPr/>
          <p:nvPr/>
        </p:nvGrpSpPr>
        <p:grpSpPr>
          <a:xfrm>
            <a:off x="0" y="0"/>
            <a:ext cx="9144000" cy="6858000"/>
            <a:chOff x="0" y="0"/>
            <a:chExt cx="9144000" cy="6858000"/>
          </a:xfrm>
        </p:grpSpPr>
        <p:sp>
          <p:nvSpPr>
            <p:cNvPr id="5" name="object 4">
              <a:extLst>
                <a:ext uri="{FF2B5EF4-FFF2-40B4-BE49-F238E27FC236}">
                  <a16:creationId xmlns:a16="http://schemas.microsoft.com/office/drawing/2014/main" id="{035DDD43-CD35-A2EC-A384-17D433A611D2}"/>
                </a:ext>
              </a:extLst>
            </p:cNvPr>
            <p:cNvSpPr/>
            <p:nvPr/>
          </p:nvSpPr>
          <p:spPr>
            <a:xfrm>
              <a:off x="142843" y="214289"/>
              <a:ext cx="8858885" cy="6430010"/>
            </a:xfrm>
            <a:custGeom>
              <a:avLst/>
              <a:gdLst/>
              <a:ahLst/>
              <a:cxnLst/>
              <a:rect l="l" t="t" r="r" b="b"/>
              <a:pathLst>
                <a:path w="8858885" h="6430009">
                  <a:moveTo>
                    <a:pt x="0" y="0"/>
                  </a:moveTo>
                  <a:lnTo>
                    <a:pt x="8858312" y="0"/>
                  </a:lnTo>
                  <a:lnTo>
                    <a:pt x="8858312" y="6429419"/>
                  </a:lnTo>
                  <a:lnTo>
                    <a:pt x="0" y="6429419"/>
                  </a:lnTo>
                  <a:lnTo>
                    <a:pt x="0" y="0"/>
                  </a:lnTo>
                  <a:close/>
                </a:path>
              </a:pathLst>
            </a:custGeom>
            <a:ln w="25399">
              <a:solidFill>
                <a:srgbClr val="385E88"/>
              </a:solidFill>
            </a:ln>
          </p:spPr>
          <p:txBody>
            <a:bodyPr wrap="square" lIns="0" tIns="0" rIns="0" bIns="0" rtlCol="0"/>
            <a:lstStyle/>
            <a:p>
              <a:endParaRPr/>
            </a:p>
          </p:txBody>
        </p:sp>
        <p:sp>
          <p:nvSpPr>
            <p:cNvPr id="6" name="object 5">
              <a:extLst>
                <a:ext uri="{FF2B5EF4-FFF2-40B4-BE49-F238E27FC236}">
                  <a16:creationId xmlns:a16="http://schemas.microsoft.com/office/drawing/2014/main" id="{467CE568-681B-918C-9BFE-C3C65F416EAC}"/>
                </a:ext>
              </a:extLst>
            </p:cNvPr>
            <p:cNvSpPr/>
            <p:nvPr/>
          </p:nvSpPr>
          <p:spPr>
            <a:xfrm>
              <a:off x="0" y="0"/>
              <a:ext cx="9144000" cy="6858000"/>
            </a:xfrm>
            <a:custGeom>
              <a:avLst/>
              <a:gdLst/>
              <a:ahLst/>
              <a:cxnLst/>
              <a:rect l="l" t="t" r="r" b="b"/>
              <a:pathLst>
                <a:path w="9144000" h="6858000">
                  <a:moveTo>
                    <a:pt x="9144000" y="6679184"/>
                  </a:moveTo>
                  <a:lnTo>
                    <a:pt x="0" y="6679184"/>
                  </a:lnTo>
                  <a:lnTo>
                    <a:pt x="0" y="6858000"/>
                  </a:lnTo>
                  <a:lnTo>
                    <a:pt x="9144000" y="6858000"/>
                  </a:lnTo>
                  <a:lnTo>
                    <a:pt x="9144000" y="6679184"/>
                  </a:lnTo>
                  <a:close/>
                </a:path>
                <a:path w="9144000" h="6858000">
                  <a:moveTo>
                    <a:pt x="9144000" y="0"/>
                  </a:moveTo>
                  <a:lnTo>
                    <a:pt x="0" y="0"/>
                  </a:lnTo>
                  <a:lnTo>
                    <a:pt x="0" y="178828"/>
                  </a:lnTo>
                  <a:lnTo>
                    <a:pt x="9144000" y="178828"/>
                  </a:lnTo>
                  <a:lnTo>
                    <a:pt x="9144000" y="0"/>
                  </a:lnTo>
                  <a:close/>
                </a:path>
              </a:pathLst>
            </a:custGeom>
            <a:solidFill>
              <a:srgbClr val="00B0F0"/>
            </a:solidFill>
          </p:spPr>
          <p:txBody>
            <a:bodyPr wrap="square" lIns="0" tIns="0" rIns="0" bIns="0" rtlCol="0"/>
            <a:lstStyle/>
            <a:p>
              <a:endParaRPr/>
            </a:p>
          </p:txBody>
        </p:sp>
        <p:pic>
          <p:nvPicPr>
            <p:cNvPr id="7" name="object 6">
              <a:extLst>
                <a:ext uri="{FF2B5EF4-FFF2-40B4-BE49-F238E27FC236}">
                  <a16:creationId xmlns:a16="http://schemas.microsoft.com/office/drawing/2014/main" id="{ECC94862-4FC7-C5E0-A81A-CB438E4F267A}"/>
                </a:ext>
              </a:extLst>
            </p:cNvPr>
            <p:cNvPicPr/>
            <p:nvPr/>
          </p:nvPicPr>
          <p:blipFill>
            <a:blip r:embed="rId2" cstate="print"/>
            <a:stretch>
              <a:fillRect/>
            </a:stretch>
          </p:blipFill>
          <p:spPr>
            <a:xfrm>
              <a:off x="7924590" y="285728"/>
              <a:ext cx="996639" cy="995635"/>
            </a:xfrm>
            <a:prstGeom prst="rect">
              <a:avLst/>
            </a:prstGeom>
          </p:spPr>
        </p:pic>
      </p:grpSp>
      <p:sp>
        <p:nvSpPr>
          <p:cNvPr id="8" name="object 9">
            <a:extLst>
              <a:ext uri="{FF2B5EF4-FFF2-40B4-BE49-F238E27FC236}">
                <a16:creationId xmlns:a16="http://schemas.microsoft.com/office/drawing/2014/main" id="{7AD23D29-F558-1436-A243-7CD13D256436}"/>
              </a:ext>
            </a:extLst>
          </p:cNvPr>
          <p:cNvSpPr txBox="1">
            <a:spLocks noGrp="1"/>
          </p:cNvSpPr>
          <p:nvPr>
            <p:ph type="dt" sz="half" idx="6"/>
          </p:nvPr>
        </p:nvSpPr>
        <p:spPr>
          <a:xfrm>
            <a:off x="685800" y="6652816"/>
            <a:ext cx="8087328" cy="205184"/>
          </a:xfrm>
          <a:prstGeom prst="rect">
            <a:avLst/>
          </a:prstGeom>
        </p:spPr>
        <p:txBody>
          <a:bodyPr vert="horz" wrap="square" lIns="0" tIns="0" rIns="0" bIns="0" rtlCol="0">
            <a:spAutoFit/>
          </a:bodyPr>
          <a:lstStyle/>
          <a:p>
            <a:pPr>
              <a:lnSpc>
                <a:spcPts val="1590"/>
              </a:lnSpc>
            </a:pPr>
            <a:r>
              <a:rPr dirty="0"/>
              <a:t>Department</a:t>
            </a:r>
            <a:r>
              <a:rPr spc="-45" dirty="0"/>
              <a:t> </a:t>
            </a:r>
            <a:r>
              <a:rPr dirty="0"/>
              <a:t>of</a:t>
            </a:r>
            <a:r>
              <a:rPr spc="-45" dirty="0"/>
              <a:t> </a:t>
            </a:r>
            <a:r>
              <a:rPr dirty="0"/>
              <a:t>Computational</a:t>
            </a:r>
            <a:r>
              <a:rPr spc="-40" dirty="0"/>
              <a:t> </a:t>
            </a:r>
            <a:r>
              <a:rPr dirty="0"/>
              <a:t>Intelligence</a:t>
            </a:r>
            <a:r>
              <a:rPr spc="-45" dirty="0"/>
              <a:t> </a:t>
            </a:r>
            <a:r>
              <a:rPr spc="-465" dirty="0"/>
              <a:t>|</a:t>
            </a:r>
            <a:r>
              <a:rPr spc="-45" dirty="0"/>
              <a:t> </a:t>
            </a:r>
            <a:r>
              <a:rPr lang="en-US" spc="-45" dirty="0"/>
              <a:t>Application Development - 1</a:t>
            </a:r>
            <a:r>
              <a:rPr spc="-45" dirty="0"/>
              <a:t> </a:t>
            </a:r>
            <a:r>
              <a:rPr spc="-465" dirty="0"/>
              <a:t>|</a:t>
            </a:r>
            <a:r>
              <a:rPr spc="-45" dirty="0"/>
              <a:t> </a:t>
            </a:r>
            <a:r>
              <a:rPr spc="-35" dirty="0" err="1"/>
              <a:t>B.Tech</a:t>
            </a:r>
            <a:r>
              <a:rPr spc="-40" dirty="0"/>
              <a:t> </a:t>
            </a:r>
            <a:r>
              <a:rPr dirty="0"/>
              <a:t>I</a:t>
            </a:r>
            <a:r>
              <a:rPr lang="en-US" dirty="0"/>
              <a:t>II</a:t>
            </a:r>
            <a:r>
              <a:rPr spc="-45" dirty="0"/>
              <a:t> </a:t>
            </a:r>
            <a:r>
              <a:rPr dirty="0"/>
              <a:t>Year</a:t>
            </a:r>
            <a:r>
              <a:rPr spc="-40" dirty="0"/>
              <a:t> </a:t>
            </a:r>
            <a:r>
              <a:rPr spc="295" dirty="0"/>
              <a:t>–</a:t>
            </a:r>
            <a:r>
              <a:rPr spc="-45" dirty="0"/>
              <a:t> </a:t>
            </a:r>
            <a:r>
              <a:rPr dirty="0"/>
              <a:t>I</a:t>
            </a:r>
            <a:r>
              <a:rPr spc="-45" dirty="0"/>
              <a:t> </a:t>
            </a:r>
            <a:r>
              <a:rPr spc="-25" dirty="0"/>
              <a:t>Sem</a:t>
            </a:r>
          </a:p>
        </p:txBody>
      </p:sp>
      <p:sp>
        <p:nvSpPr>
          <p:cNvPr id="10" name="TextBox 9">
            <a:extLst>
              <a:ext uri="{FF2B5EF4-FFF2-40B4-BE49-F238E27FC236}">
                <a16:creationId xmlns:a16="http://schemas.microsoft.com/office/drawing/2014/main" id="{E4CFA7F1-011C-5B68-3FEB-4DE428081460}"/>
              </a:ext>
            </a:extLst>
          </p:cNvPr>
          <p:cNvSpPr txBox="1"/>
          <p:nvPr/>
        </p:nvSpPr>
        <p:spPr>
          <a:xfrm>
            <a:off x="609600" y="1594619"/>
            <a:ext cx="7620000" cy="3365024"/>
          </a:xfrm>
          <a:prstGeom prst="rect">
            <a:avLst/>
          </a:prstGeom>
          <a:noFill/>
        </p:spPr>
        <p:txBody>
          <a:bodyPr wrap="square">
            <a:spAutoFit/>
          </a:bodyPr>
          <a:lstStyle/>
          <a:p>
            <a:pPr algn="just">
              <a:lnSpc>
                <a:spcPct val="150000"/>
              </a:lnSpc>
            </a:pPr>
            <a:r>
              <a:rPr lang="en-US" b="1" dirty="0"/>
              <a:t>Activity Diagram</a:t>
            </a:r>
          </a:p>
          <a:p>
            <a:pPr algn="just">
              <a:lnSpc>
                <a:spcPct val="150000"/>
              </a:lnSpc>
            </a:pPr>
            <a:r>
              <a:rPr lang="en-US" b="1" dirty="0"/>
              <a:t>Purpose:</a:t>
            </a:r>
            <a:r>
              <a:rPr lang="en-US" dirty="0"/>
              <a:t> Models the workflow or business logic for a single process.</a:t>
            </a:r>
          </a:p>
          <a:p>
            <a:pPr algn="just">
              <a:lnSpc>
                <a:spcPct val="150000"/>
              </a:lnSpc>
            </a:pPr>
            <a:r>
              <a:rPr lang="en-US" b="1" dirty="0"/>
              <a:t>Flow:</a:t>
            </a:r>
            <a:r>
              <a:rPr lang="en-US" dirty="0"/>
              <a:t> Starts with </a:t>
            </a:r>
            <a:r>
              <a:rPr lang="en-US" b="1" dirty="0"/>
              <a:t>Prompt Input</a:t>
            </a:r>
            <a:r>
              <a:rPr lang="en-US" dirty="0"/>
              <a:t>. Checks if it's malicious via Random Forest. If not, checks for anomalies via Isolation Forest.</a:t>
            </a:r>
          </a:p>
          <a:p>
            <a:pPr algn="just">
              <a:lnSpc>
                <a:spcPct val="150000"/>
              </a:lnSpc>
            </a:pPr>
            <a:r>
              <a:rPr lang="en-US" b="1" dirty="0"/>
              <a:t>Decisions:</a:t>
            </a:r>
            <a:r>
              <a:rPr lang="en-US" dirty="0"/>
              <a:t> Leads to end states: </a:t>
            </a:r>
            <a:r>
              <a:rPr lang="en-US" b="1" dirty="0"/>
              <a:t>Block Prompt</a:t>
            </a:r>
            <a:r>
              <a:rPr lang="en-US" dirty="0"/>
              <a:t>, </a:t>
            </a:r>
            <a:r>
              <a:rPr lang="en-US" b="1" dirty="0"/>
              <a:t>Allow Prompt</a:t>
            </a:r>
            <a:r>
              <a:rPr lang="en-US" dirty="0"/>
              <a:t>, or </a:t>
            </a:r>
            <a:r>
              <a:rPr lang="en-US" b="1" dirty="0"/>
              <a:t>Flag for Review</a:t>
            </a:r>
            <a:r>
              <a:rPr lang="en-US" dirty="0"/>
              <a:t> (low-confidence results).</a:t>
            </a:r>
          </a:p>
          <a:p>
            <a:pPr algn="just">
              <a:lnSpc>
                <a:spcPct val="150000"/>
              </a:lnSpc>
            </a:pPr>
            <a:r>
              <a:rPr lang="en-US" b="1" dirty="0"/>
              <a:t>Value:</a:t>
            </a:r>
            <a:r>
              <a:rPr lang="en-US" dirty="0"/>
              <a:t> Visually explains the step-by-step decision-making process inside the "Evaluate Prompt" use case.</a:t>
            </a:r>
          </a:p>
        </p:txBody>
      </p:sp>
      <p:sp>
        <p:nvSpPr>
          <p:cNvPr id="11" name="Title 1">
            <a:extLst>
              <a:ext uri="{FF2B5EF4-FFF2-40B4-BE49-F238E27FC236}">
                <a16:creationId xmlns:a16="http://schemas.microsoft.com/office/drawing/2014/main" id="{ABE43B92-0D9E-BAFC-158A-86B42B55EA53}"/>
              </a:ext>
            </a:extLst>
          </p:cNvPr>
          <p:cNvSpPr>
            <a:spLocks noGrp="1"/>
          </p:cNvSpPr>
          <p:nvPr>
            <p:ph type="title"/>
          </p:nvPr>
        </p:nvSpPr>
        <p:spPr>
          <a:xfrm>
            <a:off x="287306" y="443529"/>
            <a:ext cx="4056093" cy="553998"/>
          </a:xfrm>
        </p:spPr>
        <p:txBody>
          <a:bodyPr/>
          <a:lstStyle/>
          <a:p>
            <a:r>
              <a:rPr lang="en-US" dirty="0"/>
              <a:t>Activity Diagram</a:t>
            </a:r>
            <a:endParaRPr lang="en-IN" dirty="0"/>
          </a:p>
        </p:txBody>
      </p:sp>
    </p:spTree>
    <p:extLst>
      <p:ext uri="{BB962C8B-B14F-4D97-AF65-F5344CB8AC3E}">
        <p14:creationId xmlns:p14="http://schemas.microsoft.com/office/powerpoint/2010/main" val="30585193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F5922-652B-451A-8A49-BBF12C4882B9}"/>
              </a:ext>
            </a:extLst>
          </p:cNvPr>
          <p:cNvSpPr>
            <a:spLocks noGrp="1"/>
          </p:cNvSpPr>
          <p:nvPr>
            <p:ph type="title"/>
          </p:nvPr>
        </p:nvSpPr>
        <p:spPr>
          <a:xfrm>
            <a:off x="287307" y="443529"/>
            <a:ext cx="3373120" cy="553998"/>
          </a:xfrm>
        </p:spPr>
        <p:txBody>
          <a:bodyPr/>
          <a:lstStyle/>
          <a:p>
            <a:r>
              <a:rPr lang="en-US" dirty="0"/>
              <a:t>Class Diagram</a:t>
            </a:r>
            <a:endParaRPr lang="en-IN" dirty="0"/>
          </a:p>
        </p:txBody>
      </p:sp>
      <p:grpSp>
        <p:nvGrpSpPr>
          <p:cNvPr id="4" name="object 3">
            <a:extLst>
              <a:ext uri="{FF2B5EF4-FFF2-40B4-BE49-F238E27FC236}">
                <a16:creationId xmlns:a16="http://schemas.microsoft.com/office/drawing/2014/main" id="{630C0676-165B-E9AC-BF4D-9C295FCC3481}"/>
              </a:ext>
            </a:extLst>
          </p:cNvPr>
          <p:cNvGrpSpPr/>
          <p:nvPr/>
        </p:nvGrpSpPr>
        <p:grpSpPr>
          <a:xfrm>
            <a:off x="0" y="17206"/>
            <a:ext cx="9144000" cy="6858000"/>
            <a:chOff x="0" y="0"/>
            <a:chExt cx="9144000" cy="6858000"/>
          </a:xfrm>
        </p:grpSpPr>
        <p:sp>
          <p:nvSpPr>
            <p:cNvPr id="5" name="object 4">
              <a:extLst>
                <a:ext uri="{FF2B5EF4-FFF2-40B4-BE49-F238E27FC236}">
                  <a16:creationId xmlns:a16="http://schemas.microsoft.com/office/drawing/2014/main" id="{BDF2736F-1C69-8431-2339-2541C84187DF}"/>
                </a:ext>
              </a:extLst>
            </p:cNvPr>
            <p:cNvSpPr/>
            <p:nvPr/>
          </p:nvSpPr>
          <p:spPr>
            <a:xfrm>
              <a:off x="142843" y="214289"/>
              <a:ext cx="8858885" cy="6430010"/>
            </a:xfrm>
            <a:custGeom>
              <a:avLst/>
              <a:gdLst/>
              <a:ahLst/>
              <a:cxnLst/>
              <a:rect l="l" t="t" r="r" b="b"/>
              <a:pathLst>
                <a:path w="8858885" h="6430009">
                  <a:moveTo>
                    <a:pt x="0" y="0"/>
                  </a:moveTo>
                  <a:lnTo>
                    <a:pt x="8858312" y="0"/>
                  </a:lnTo>
                  <a:lnTo>
                    <a:pt x="8858312" y="6429419"/>
                  </a:lnTo>
                  <a:lnTo>
                    <a:pt x="0" y="6429419"/>
                  </a:lnTo>
                  <a:lnTo>
                    <a:pt x="0" y="0"/>
                  </a:lnTo>
                  <a:close/>
                </a:path>
              </a:pathLst>
            </a:custGeom>
            <a:ln w="25399">
              <a:solidFill>
                <a:srgbClr val="385E88"/>
              </a:solidFill>
            </a:ln>
          </p:spPr>
          <p:txBody>
            <a:bodyPr wrap="square" lIns="0" tIns="0" rIns="0" bIns="0" rtlCol="0"/>
            <a:lstStyle/>
            <a:p>
              <a:endParaRPr/>
            </a:p>
          </p:txBody>
        </p:sp>
        <p:sp>
          <p:nvSpPr>
            <p:cNvPr id="6" name="object 5">
              <a:extLst>
                <a:ext uri="{FF2B5EF4-FFF2-40B4-BE49-F238E27FC236}">
                  <a16:creationId xmlns:a16="http://schemas.microsoft.com/office/drawing/2014/main" id="{A037DC43-3A03-D007-5554-03920EB28158}"/>
                </a:ext>
              </a:extLst>
            </p:cNvPr>
            <p:cNvSpPr/>
            <p:nvPr/>
          </p:nvSpPr>
          <p:spPr>
            <a:xfrm>
              <a:off x="0" y="0"/>
              <a:ext cx="9144000" cy="6858000"/>
            </a:xfrm>
            <a:custGeom>
              <a:avLst/>
              <a:gdLst/>
              <a:ahLst/>
              <a:cxnLst/>
              <a:rect l="l" t="t" r="r" b="b"/>
              <a:pathLst>
                <a:path w="9144000" h="6858000">
                  <a:moveTo>
                    <a:pt x="9144000" y="6679184"/>
                  </a:moveTo>
                  <a:lnTo>
                    <a:pt x="0" y="6679184"/>
                  </a:lnTo>
                  <a:lnTo>
                    <a:pt x="0" y="6858000"/>
                  </a:lnTo>
                  <a:lnTo>
                    <a:pt x="9144000" y="6858000"/>
                  </a:lnTo>
                  <a:lnTo>
                    <a:pt x="9144000" y="6679184"/>
                  </a:lnTo>
                  <a:close/>
                </a:path>
                <a:path w="9144000" h="6858000">
                  <a:moveTo>
                    <a:pt x="9144000" y="0"/>
                  </a:moveTo>
                  <a:lnTo>
                    <a:pt x="0" y="0"/>
                  </a:lnTo>
                  <a:lnTo>
                    <a:pt x="0" y="178828"/>
                  </a:lnTo>
                  <a:lnTo>
                    <a:pt x="9144000" y="178828"/>
                  </a:lnTo>
                  <a:lnTo>
                    <a:pt x="9144000" y="0"/>
                  </a:lnTo>
                  <a:close/>
                </a:path>
              </a:pathLst>
            </a:custGeom>
            <a:solidFill>
              <a:srgbClr val="00B0F0"/>
            </a:solidFill>
          </p:spPr>
          <p:txBody>
            <a:bodyPr wrap="square" lIns="0" tIns="0" rIns="0" bIns="0" rtlCol="0"/>
            <a:lstStyle/>
            <a:p>
              <a:endParaRPr/>
            </a:p>
          </p:txBody>
        </p:sp>
        <p:pic>
          <p:nvPicPr>
            <p:cNvPr id="7" name="object 6">
              <a:extLst>
                <a:ext uri="{FF2B5EF4-FFF2-40B4-BE49-F238E27FC236}">
                  <a16:creationId xmlns:a16="http://schemas.microsoft.com/office/drawing/2014/main" id="{6ADC6B64-CDEC-238E-49BA-42716817CE33}"/>
                </a:ext>
              </a:extLst>
            </p:cNvPr>
            <p:cNvPicPr/>
            <p:nvPr/>
          </p:nvPicPr>
          <p:blipFill>
            <a:blip r:embed="rId2" cstate="print"/>
            <a:stretch>
              <a:fillRect/>
            </a:stretch>
          </p:blipFill>
          <p:spPr>
            <a:xfrm>
              <a:off x="7924590" y="285728"/>
              <a:ext cx="996639" cy="995635"/>
            </a:xfrm>
            <a:prstGeom prst="rect">
              <a:avLst/>
            </a:prstGeom>
          </p:spPr>
        </p:pic>
      </p:grpSp>
      <p:sp>
        <p:nvSpPr>
          <p:cNvPr id="8" name="object 9">
            <a:extLst>
              <a:ext uri="{FF2B5EF4-FFF2-40B4-BE49-F238E27FC236}">
                <a16:creationId xmlns:a16="http://schemas.microsoft.com/office/drawing/2014/main" id="{3B756039-5830-6457-98CF-6377E58226B4}"/>
              </a:ext>
            </a:extLst>
          </p:cNvPr>
          <p:cNvSpPr txBox="1">
            <a:spLocks noGrp="1"/>
          </p:cNvSpPr>
          <p:nvPr>
            <p:ph type="dt" sz="half" idx="6"/>
          </p:nvPr>
        </p:nvSpPr>
        <p:spPr>
          <a:xfrm>
            <a:off x="685800" y="6670022"/>
            <a:ext cx="8087328" cy="205184"/>
          </a:xfrm>
          <a:prstGeom prst="rect">
            <a:avLst/>
          </a:prstGeom>
        </p:spPr>
        <p:txBody>
          <a:bodyPr vert="horz" wrap="square" lIns="0" tIns="0" rIns="0" bIns="0" rtlCol="0">
            <a:spAutoFit/>
          </a:bodyPr>
          <a:lstStyle/>
          <a:p>
            <a:pPr>
              <a:lnSpc>
                <a:spcPts val="1590"/>
              </a:lnSpc>
            </a:pPr>
            <a:r>
              <a:rPr dirty="0"/>
              <a:t>Department</a:t>
            </a:r>
            <a:r>
              <a:rPr spc="-45" dirty="0"/>
              <a:t> </a:t>
            </a:r>
            <a:r>
              <a:rPr dirty="0"/>
              <a:t>of</a:t>
            </a:r>
            <a:r>
              <a:rPr spc="-45" dirty="0"/>
              <a:t> </a:t>
            </a:r>
            <a:r>
              <a:rPr dirty="0"/>
              <a:t>Computational</a:t>
            </a:r>
            <a:r>
              <a:rPr spc="-40" dirty="0"/>
              <a:t> </a:t>
            </a:r>
            <a:r>
              <a:rPr dirty="0"/>
              <a:t>Intelligence</a:t>
            </a:r>
            <a:r>
              <a:rPr spc="-45" dirty="0"/>
              <a:t> </a:t>
            </a:r>
            <a:r>
              <a:rPr spc="-465" dirty="0"/>
              <a:t>|</a:t>
            </a:r>
            <a:r>
              <a:rPr spc="-45" dirty="0"/>
              <a:t> </a:t>
            </a:r>
            <a:r>
              <a:rPr lang="en-US" spc="-45" dirty="0"/>
              <a:t>Application Development - 1</a:t>
            </a:r>
            <a:r>
              <a:rPr spc="-45" dirty="0"/>
              <a:t> </a:t>
            </a:r>
            <a:r>
              <a:rPr spc="-465" dirty="0"/>
              <a:t>|</a:t>
            </a:r>
            <a:r>
              <a:rPr spc="-45" dirty="0"/>
              <a:t> </a:t>
            </a:r>
            <a:r>
              <a:rPr spc="-35" dirty="0" err="1"/>
              <a:t>B.Tech</a:t>
            </a:r>
            <a:r>
              <a:rPr spc="-40" dirty="0"/>
              <a:t> </a:t>
            </a:r>
            <a:r>
              <a:rPr dirty="0"/>
              <a:t>I</a:t>
            </a:r>
            <a:r>
              <a:rPr lang="en-US" dirty="0"/>
              <a:t>II</a:t>
            </a:r>
            <a:r>
              <a:rPr spc="-45" dirty="0"/>
              <a:t> </a:t>
            </a:r>
            <a:r>
              <a:rPr dirty="0"/>
              <a:t>Year</a:t>
            </a:r>
            <a:r>
              <a:rPr spc="-40" dirty="0"/>
              <a:t> </a:t>
            </a:r>
            <a:r>
              <a:rPr spc="295" dirty="0"/>
              <a:t>–</a:t>
            </a:r>
            <a:r>
              <a:rPr spc="-45" dirty="0"/>
              <a:t> </a:t>
            </a:r>
            <a:r>
              <a:rPr dirty="0"/>
              <a:t>I</a:t>
            </a:r>
            <a:r>
              <a:rPr spc="-45" dirty="0"/>
              <a:t> </a:t>
            </a:r>
            <a:r>
              <a:rPr spc="-25" dirty="0"/>
              <a:t>Sem</a:t>
            </a:r>
          </a:p>
        </p:txBody>
      </p:sp>
      <p:pic>
        <p:nvPicPr>
          <p:cNvPr id="10" name="Picture 9">
            <a:extLst>
              <a:ext uri="{FF2B5EF4-FFF2-40B4-BE49-F238E27FC236}">
                <a16:creationId xmlns:a16="http://schemas.microsoft.com/office/drawing/2014/main" id="{DF9909A2-51C1-DBEB-D4D7-4C95C2B131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4416" y="1370008"/>
            <a:ext cx="8018493" cy="4960188"/>
          </a:xfrm>
          <a:prstGeom prst="rect">
            <a:avLst/>
          </a:prstGeom>
        </p:spPr>
      </p:pic>
      <p:pic>
        <p:nvPicPr>
          <p:cNvPr id="9" name="Picture 8">
            <a:extLst>
              <a:ext uri="{FF2B5EF4-FFF2-40B4-BE49-F238E27FC236}">
                <a16:creationId xmlns:a16="http://schemas.microsoft.com/office/drawing/2014/main" id="{28DBA43F-9D2A-D453-DE4A-9799FB859DD5}"/>
              </a:ext>
            </a:extLst>
          </p:cNvPr>
          <p:cNvPicPr>
            <a:picLocks noChangeAspect="1"/>
          </p:cNvPicPr>
          <p:nvPr/>
        </p:nvPicPr>
        <p:blipFill>
          <a:blip r:embed="rId4"/>
          <a:stretch>
            <a:fillRect/>
          </a:stretch>
        </p:blipFill>
        <p:spPr>
          <a:xfrm>
            <a:off x="2971800" y="1344607"/>
            <a:ext cx="2438400" cy="283535"/>
          </a:xfrm>
          <a:prstGeom prst="rect">
            <a:avLst/>
          </a:prstGeom>
        </p:spPr>
      </p:pic>
    </p:spTree>
    <p:extLst>
      <p:ext uri="{BB962C8B-B14F-4D97-AF65-F5344CB8AC3E}">
        <p14:creationId xmlns:p14="http://schemas.microsoft.com/office/powerpoint/2010/main" val="20738062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3F10B9F4-761E-4224-2BFF-0F18A275C017}"/>
              </a:ext>
            </a:extLst>
          </p:cNvPr>
          <p:cNvGrpSpPr/>
          <p:nvPr/>
        </p:nvGrpSpPr>
        <p:grpSpPr>
          <a:xfrm>
            <a:off x="0" y="0"/>
            <a:ext cx="9144000" cy="6858000"/>
            <a:chOff x="0" y="0"/>
            <a:chExt cx="9144000" cy="6858000"/>
          </a:xfrm>
        </p:grpSpPr>
        <p:sp>
          <p:nvSpPr>
            <p:cNvPr id="5" name="object 4">
              <a:extLst>
                <a:ext uri="{FF2B5EF4-FFF2-40B4-BE49-F238E27FC236}">
                  <a16:creationId xmlns:a16="http://schemas.microsoft.com/office/drawing/2014/main" id="{9F734493-A4A7-76BB-5C6F-C174F38812B4}"/>
                </a:ext>
              </a:extLst>
            </p:cNvPr>
            <p:cNvSpPr/>
            <p:nvPr/>
          </p:nvSpPr>
          <p:spPr>
            <a:xfrm>
              <a:off x="142843" y="214289"/>
              <a:ext cx="8858885" cy="6430010"/>
            </a:xfrm>
            <a:custGeom>
              <a:avLst/>
              <a:gdLst/>
              <a:ahLst/>
              <a:cxnLst/>
              <a:rect l="l" t="t" r="r" b="b"/>
              <a:pathLst>
                <a:path w="8858885" h="6430009">
                  <a:moveTo>
                    <a:pt x="0" y="0"/>
                  </a:moveTo>
                  <a:lnTo>
                    <a:pt x="8858312" y="0"/>
                  </a:lnTo>
                  <a:lnTo>
                    <a:pt x="8858312" y="6429419"/>
                  </a:lnTo>
                  <a:lnTo>
                    <a:pt x="0" y="6429419"/>
                  </a:lnTo>
                  <a:lnTo>
                    <a:pt x="0" y="0"/>
                  </a:lnTo>
                  <a:close/>
                </a:path>
              </a:pathLst>
            </a:custGeom>
            <a:ln w="25399">
              <a:solidFill>
                <a:srgbClr val="385E88"/>
              </a:solidFill>
            </a:ln>
          </p:spPr>
          <p:txBody>
            <a:bodyPr wrap="square" lIns="0" tIns="0" rIns="0" bIns="0" rtlCol="0"/>
            <a:lstStyle/>
            <a:p>
              <a:endParaRPr/>
            </a:p>
          </p:txBody>
        </p:sp>
        <p:sp>
          <p:nvSpPr>
            <p:cNvPr id="6" name="object 5">
              <a:extLst>
                <a:ext uri="{FF2B5EF4-FFF2-40B4-BE49-F238E27FC236}">
                  <a16:creationId xmlns:a16="http://schemas.microsoft.com/office/drawing/2014/main" id="{6BDED639-153B-B953-57E5-FACC864B126F}"/>
                </a:ext>
              </a:extLst>
            </p:cNvPr>
            <p:cNvSpPr/>
            <p:nvPr/>
          </p:nvSpPr>
          <p:spPr>
            <a:xfrm>
              <a:off x="0" y="0"/>
              <a:ext cx="9144000" cy="6858000"/>
            </a:xfrm>
            <a:custGeom>
              <a:avLst/>
              <a:gdLst/>
              <a:ahLst/>
              <a:cxnLst/>
              <a:rect l="l" t="t" r="r" b="b"/>
              <a:pathLst>
                <a:path w="9144000" h="6858000">
                  <a:moveTo>
                    <a:pt x="9144000" y="6679184"/>
                  </a:moveTo>
                  <a:lnTo>
                    <a:pt x="0" y="6679184"/>
                  </a:lnTo>
                  <a:lnTo>
                    <a:pt x="0" y="6858000"/>
                  </a:lnTo>
                  <a:lnTo>
                    <a:pt x="9144000" y="6858000"/>
                  </a:lnTo>
                  <a:lnTo>
                    <a:pt x="9144000" y="6679184"/>
                  </a:lnTo>
                  <a:close/>
                </a:path>
                <a:path w="9144000" h="6858000">
                  <a:moveTo>
                    <a:pt x="9144000" y="0"/>
                  </a:moveTo>
                  <a:lnTo>
                    <a:pt x="0" y="0"/>
                  </a:lnTo>
                  <a:lnTo>
                    <a:pt x="0" y="178828"/>
                  </a:lnTo>
                  <a:lnTo>
                    <a:pt x="9144000" y="178828"/>
                  </a:lnTo>
                  <a:lnTo>
                    <a:pt x="9144000" y="0"/>
                  </a:lnTo>
                  <a:close/>
                </a:path>
              </a:pathLst>
            </a:custGeom>
            <a:solidFill>
              <a:srgbClr val="00B0F0"/>
            </a:solidFill>
          </p:spPr>
          <p:txBody>
            <a:bodyPr wrap="square" lIns="0" tIns="0" rIns="0" bIns="0" rtlCol="0"/>
            <a:lstStyle/>
            <a:p>
              <a:endParaRPr/>
            </a:p>
          </p:txBody>
        </p:sp>
        <p:pic>
          <p:nvPicPr>
            <p:cNvPr id="7" name="object 6">
              <a:extLst>
                <a:ext uri="{FF2B5EF4-FFF2-40B4-BE49-F238E27FC236}">
                  <a16:creationId xmlns:a16="http://schemas.microsoft.com/office/drawing/2014/main" id="{1137C05A-7894-8B86-965D-5FF0D14DDC1B}"/>
                </a:ext>
              </a:extLst>
            </p:cNvPr>
            <p:cNvPicPr/>
            <p:nvPr/>
          </p:nvPicPr>
          <p:blipFill>
            <a:blip r:embed="rId2" cstate="print"/>
            <a:stretch>
              <a:fillRect/>
            </a:stretch>
          </p:blipFill>
          <p:spPr>
            <a:xfrm>
              <a:off x="7924590" y="285728"/>
              <a:ext cx="996639" cy="995635"/>
            </a:xfrm>
            <a:prstGeom prst="rect">
              <a:avLst/>
            </a:prstGeom>
          </p:spPr>
        </p:pic>
      </p:grpSp>
      <p:sp>
        <p:nvSpPr>
          <p:cNvPr id="8" name="object 9">
            <a:extLst>
              <a:ext uri="{FF2B5EF4-FFF2-40B4-BE49-F238E27FC236}">
                <a16:creationId xmlns:a16="http://schemas.microsoft.com/office/drawing/2014/main" id="{29826C3A-5562-9495-B29C-C6DADA7BDAD2}"/>
              </a:ext>
            </a:extLst>
          </p:cNvPr>
          <p:cNvSpPr txBox="1">
            <a:spLocks noGrp="1"/>
          </p:cNvSpPr>
          <p:nvPr>
            <p:ph type="dt" sz="half" idx="6"/>
          </p:nvPr>
        </p:nvSpPr>
        <p:spPr>
          <a:xfrm>
            <a:off x="685800" y="6652816"/>
            <a:ext cx="8087328" cy="205184"/>
          </a:xfrm>
          <a:prstGeom prst="rect">
            <a:avLst/>
          </a:prstGeom>
        </p:spPr>
        <p:txBody>
          <a:bodyPr vert="horz" wrap="square" lIns="0" tIns="0" rIns="0" bIns="0" rtlCol="0">
            <a:spAutoFit/>
          </a:bodyPr>
          <a:lstStyle/>
          <a:p>
            <a:pPr>
              <a:lnSpc>
                <a:spcPts val="1590"/>
              </a:lnSpc>
            </a:pPr>
            <a:r>
              <a:rPr dirty="0"/>
              <a:t>Department</a:t>
            </a:r>
            <a:r>
              <a:rPr spc="-45" dirty="0"/>
              <a:t> </a:t>
            </a:r>
            <a:r>
              <a:rPr dirty="0"/>
              <a:t>of</a:t>
            </a:r>
            <a:r>
              <a:rPr spc="-45" dirty="0"/>
              <a:t> </a:t>
            </a:r>
            <a:r>
              <a:rPr dirty="0"/>
              <a:t>Computational</a:t>
            </a:r>
            <a:r>
              <a:rPr spc="-40" dirty="0"/>
              <a:t> </a:t>
            </a:r>
            <a:r>
              <a:rPr dirty="0"/>
              <a:t>Intelligence</a:t>
            </a:r>
            <a:r>
              <a:rPr spc="-45" dirty="0"/>
              <a:t> </a:t>
            </a:r>
            <a:r>
              <a:rPr spc="-465" dirty="0"/>
              <a:t>|</a:t>
            </a:r>
            <a:r>
              <a:rPr spc="-45" dirty="0"/>
              <a:t> </a:t>
            </a:r>
            <a:r>
              <a:rPr lang="en-US" spc="-45" dirty="0"/>
              <a:t>Application Development - 1</a:t>
            </a:r>
            <a:r>
              <a:rPr spc="-45" dirty="0"/>
              <a:t> </a:t>
            </a:r>
            <a:r>
              <a:rPr spc="-465" dirty="0"/>
              <a:t>|</a:t>
            </a:r>
            <a:r>
              <a:rPr spc="-45" dirty="0"/>
              <a:t> </a:t>
            </a:r>
            <a:r>
              <a:rPr spc="-35" dirty="0" err="1"/>
              <a:t>B.Tech</a:t>
            </a:r>
            <a:r>
              <a:rPr spc="-40" dirty="0"/>
              <a:t> </a:t>
            </a:r>
            <a:r>
              <a:rPr dirty="0"/>
              <a:t>I</a:t>
            </a:r>
            <a:r>
              <a:rPr lang="en-US" dirty="0"/>
              <a:t>II</a:t>
            </a:r>
            <a:r>
              <a:rPr spc="-45" dirty="0"/>
              <a:t> </a:t>
            </a:r>
            <a:r>
              <a:rPr dirty="0"/>
              <a:t>Year</a:t>
            </a:r>
            <a:r>
              <a:rPr spc="-40" dirty="0"/>
              <a:t> </a:t>
            </a:r>
            <a:r>
              <a:rPr spc="295" dirty="0"/>
              <a:t>–</a:t>
            </a:r>
            <a:r>
              <a:rPr spc="-45" dirty="0"/>
              <a:t> </a:t>
            </a:r>
            <a:r>
              <a:rPr dirty="0"/>
              <a:t>I</a:t>
            </a:r>
            <a:r>
              <a:rPr spc="-45" dirty="0"/>
              <a:t> </a:t>
            </a:r>
            <a:r>
              <a:rPr spc="-25" dirty="0"/>
              <a:t>Sem</a:t>
            </a:r>
          </a:p>
        </p:txBody>
      </p:sp>
      <p:sp>
        <p:nvSpPr>
          <p:cNvPr id="10" name="TextBox 9">
            <a:extLst>
              <a:ext uri="{FF2B5EF4-FFF2-40B4-BE49-F238E27FC236}">
                <a16:creationId xmlns:a16="http://schemas.microsoft.com/office/drawing/2014/main" id="{1CBE7225-9D71-BE33-96AC-E2DEA8ECEACF}"/>
              </a:ext>
            </a:extLst>
          </p:cNvPr>
          <p:cNvSpPr txBox="1"/>
          <p:nvPr/>
        </p:nvSpPr>
        <p:spPr>
          <a:xfrm>
            <a:off x="685800" y="1676400"/>
            <a:ext cx="7625828" cy="4196020"/>
          </a:xfrm>
          <a:prstGeom prst="rect">
            <a:avLst/>
          </a:prstGeom>
          <a:noFill/>
        </p:spPr>
        <p:txBody>
          <a:bodyPr wrap="square">
            <a:spAutoFit/>
          </a:bodyPr>
          <a:lstStyle/>
          <a:p>
            <a:pPr algn="l">
              <a:lnSpc>
                <a:spcPct val="150000"/>
              </a:lnSpc>
            </a:pPr>
            <a:r>
              <a:rPr lang="en-IN" b="1" dirty="0"/>
              <a:t>Class Diagram</a:t>
            </a:r>
          </a:p>
          <a:p>
            <a:pPr algn="l">
              <a:lnSpc>
                <a:spcPct val="150000"/>
              </a:lnSpc>
            </a:pPr>
            <a:r>
              <a:rPr lang="en-IN" b="1" dirty="0"/>
              <a:t>Purpose:</a:t>
            </a:r>
            <a:r>
              <a:rPr lang="en-IN" dirty="0"/>
              <a:t> Describes the system's static structure using classes and relationships.</a:t>
            </a:r>
          </a:p>
          <a:p>
            <a:pPr algn="l">
              <a:lnSpc>
                <a:spcPct val="150000"/>
              </a:lnSpc>
            </a:pPr>
            <a:r>
              <a:rPr lang="en-IN" b="1" dirty="0"/>
              <a:t>Key Classes:</a:t>
            </a:r>
            <a:r>
              <a:rPr lang="en-IN" dirty="0"/>
              <a:t> Prompt (with attributes: text, timestamp), </a:t>
            </a:r>
            <a:r>
              <a:rPr lang="en-IN" dirty="0" err="1"/>
              <a:t>SafetyAnalyzer</a:t>
            </a:r>
            <a:r>
              <a:rPr lang="en-IN" dirty="0"/>
              <a:t> (methods: evaluate(), </a:t>
            </a:r>
            <a:r>
              <a:rPr lang="en-IN" dirty="0" err="1"/>
              <a:t>get_confidence_score</a:t>
            </a:r>
            <a:r>
              <a:rPr lang="en-IN" dirty="0"/>
              <a:t>()), </a:t>
            </a:r>
            <a:r>
              <a:rPr lang="en-IN" dirty="0" err="1"/>
              <a:t>MLModel</a:t>
            </a:r>
            <a:r>
              <a:rPr lang="en-IN" dirty="0"/>
              <a:t> (parent class for </a:t>
            </a:r>
            <a:r>
              <a:rPr lang="en-IN" dirty="0" err="1"/>
              <a:t>RandomForestModel</a:t>
            </a:r>
            <a:r>
              <a:rPr lang="en-IN" dirty="0"/>
              <a:t>, </a:t>
            </a:r>
            <a:r>
              <a:rPr lang="en-IN" dirty="0" err="1"/>
              <a:t>IsolationForestModel</a:t>
            </a:r>
            <a:r>
              <a:rPr lang="en-IN" dirty="0"/>
              <a:t>).</a:t>
            </a:r>
          </a:p>
          <a:p>
            <a:pPr algn="l">
              <a:lnSpc>
                <a:spcPct val="150000"/>
              </a:lnSpc>
            </a:pPr>
            <a:r>
              <a:rPr lang="en-IN" b="1" dirty="0"/>
              <a:t>Relationships:</a:t>
            </a:r>
            <a:r>
              <a:rPr lang="en-IN" dirty="0"/>
              <a:t> </a:t>
            </a:r>
            <a:r>
              <a:rPr lang="en-IN" dirty="0" err="1"/>
              <a:t>SafetyAnalyzer</a:t>
            </a:r>
            <a:r>
              <a:rPr lang="en-IN" dirty="0"/>
              <a:t> </a:t>
            </a:r>
            <a:r>
              <a:rPr lang="en-IN" i="1" dirty="0"/>
              <a:t>uses</a:t>
            </a:r>
            <a:r>
              <a:rPr lang="en-IN" dirty="0"/>
              <a:t> </a:t>
            </a:r>
            <a:r>
              <a:rPr lang="en-IN" dirty="0" err="1"/>
              <a:t>MLModel</a:t>
            </a:r>
            <a:r>
              <a:rPr lang="en-IN" dirty="0"/>
              <a:t> to </a:t>
            </a:r>
            <a:r>
              <a:rPr lang="en-IN" dirty="0" err="1"/>
              <a:t>analyze</a:t>
            </a:r>
            <a:r>
              <a:rPr lang="en-IN" dirty="0"/>
              <a:t> a Prompt.</a:t>
            </a:r>
          </a:p>
          <a:p>
            <a:pPr algn="l">
              <a:lnSpc>
                <a:spcPct val="150000"/>
              </a:lnSpc>
            </a:pPr>
            <a:r>
              <a:rPr lang="en-IN" b="1" dirty="0"/>
              <a:t>Value:</a:t>
            </a:r>
            <a:r>
              <a:rPr lang="en-IN" dirty="0"/>
              <a:t> Blueprint for developers, showing core components, their attributes, methods, and how they interconnect.</a:t>
            </a:r>
          </a:p>
        </p:txBody>
      </p:sp>
      <p:sp>
        <p:nvSpPr>
          <p:cNvPr id="11" name="Title 1">
            <a:extLst>
              <a:ext uri="{FF2B5EF4-FFF2-40B4-BE49-F238E27FC236}">
                <a16:creationId xmlns:a16="http://schemas.microsoft.com/office/drawing/2014/main" id="{345ED2C5-4F23-ABE1-2CE6-04F1820B5CA6}"/>
              </a:ext>
            </a:extLst>
          </p:cNvPr>
          <p:cNvSpPr>
            <a:spLocks noGrp="1"/>
          </p:cNvSpPr>
          <p:nvPr>
            <p:ph type="title"/>
          </p:nvPr>
        </p:nvSpPr>
        <p:spPr>
          <a:xfrm>
            <a:off x="287307" y="443529"/>
            <a:ext cx="3373120" cy="553998"/>
          </a:xfrm>
        </p:spPr>
        <p:txBody>
          <a:bodyPr/>
          <a:lstStyle/>
          <a:p>
            <a:r>
              <a:rPr lang="en-US" dirty="0"/>
              <a:t>Class Diagram</a:t>
            </a:r>
            <a:endParaRPr lang="en-IN" dirty="0"/>
          </a:p>
        </p:txBody>
      </p:sp>
    </p:spTree>
    <p:extLst>
      <p:ext uri="{BB962C8B-B14F-4D97-AF65-F5344CB8AC3E}">
        <p14:creationId xmlns:p14="http://schemas.microsoft.com/office/powerpoint/2010/main" val="22795434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F1D90-66C7-DF02-D5A6-0D924E473386}"/>
              </a:ext>
            </a:extLst>
          </p:cNvPr>
          <p:cNvSpPr>
            <a:spLocks noGrp="1"/>
          </p:cNvSpPr>
          <p:nvPr>
            <p:ph type="title"/>
          </p:nvPr>
        </p:nvSpPr>
        <p:spPr>
          <a:xfrm>
            <a:off x="287306" y="443529"/>
            <a:ext cx="4208493" cy="1107996"/>
          </a:xfrm>
        </p:spPr>
        <p:txBody>
          <a:bodyPr/>
          <a:lstStyle/>
          <a:p>
            <a:r>
              <a:rPr lang="en-US" dirty="0"/>
              <a:t>Sequence Diagram</a:t>
            </a:r>
            <a:endParaRPr lang="en-IN" dirty="0"/>
          </a:p>
        </p:txBody>
      </p:sp>
      <p:grpSp>
        <p:nvGrpSpPr>
          <p:cNvPr id="4" name="object 3">
            <a:extLst>
              <a:ext uri="{FF2B5EF4-FFF2-40B4-BE49-F238E27FC236}">
                <a16:creationId xmlns:a16="http://schemas.microsoft.com/office/drawing/2014/main" id="{4E30E77A-A9E5-A481-FDC2-D031E3B59D2A}"/>
              </a:ext>
            </a:extLst>
          </p:cNvPr>
          <p:cNvGrpSpPr/>
          <p:nvPr/>
        </p:nvGrpSpPr>
        <p:grpSpPr>
          <a:xfrm>
            <a:off x="-12290" y="36871"/>
            <a:ext cx="9144000" cy="6858000"/>
            <a:chOff x="0" y="0"/>
            <a:chExt cx="9144000" cy="6858000"/>
          </a:xfrm>
        </p:grpSpPr>
        <p:sp>
          <p:nvSpPr>
            <p:cNvPr id="5" name="object 4">
              <a:extLst>
                <a:ext uri="{FF2B5EF4-FFF2-40B4-BE49-F238E27FC236}">
                  <a16:creationId xmlns:a16="http://schemas.microsoft.com/office/drawing/2014/main" id="{3EB8144F-0B53-EF12-3F71-B4196418E960}"/>
                </a:ext>
              </a:extLst>
            </p:cNvPr>
            <p:cNvSpPr/>
            <p:nvPr/>
          </p:nvSpPr>
          <p:spPr>
            <a:xfrm>
              <a:off x="142843" y="214289"/>
              <a:ext cx="8858885" cy="6430010"/>
            </a:xfrm>
            <a:custGeom>
              <a:avLst/>
              <a:gdLst/>
              <a:ahLst/>
              <a:cxnLst/>
              <a:rect l="l" t="t" r="r" b="b"/>
              <a:pathLst>
                <a:path w="8858885" h="6430009">
                  <a:moveTo>
                    <a:pt x="0" y="0"/>
                  </a:moveTo>
                  <a:lnTo>
                    <a:pt x="8858312" y="0"/>
                  </a:lnTo>
                  <a:lnTo>
                    <a:pt x="8858312" y="6429419"/>
                  </a:lnTo>
                  <a:lnTo>
                    <a:pt x="0" y="6429419"/>
                  </a:lnTo>
                  <a:lnTo>
                    <a:pt x="0" y="0"/>
                  </a:lnTo>
                  <a:close/>
                </a:path>
              </a:pathLst>
            </a:custGeom>
            <a:ln w="25399">
              <a:solidFill>
                <a:srgbClr val="385E88"/>
              </a:solidFill>
            </a:ln>
          </p:spPr>
          <p:txBody>
            <a:bodyPr wrap="square" lIns="0" tIns="0" rIns="0" bIns="0" rtlCol="0"/>
            <a:lstStyle/>
            <a:p>
              <a:endParaRPr/>
            </a:p>
          </p:txBody>
        </p:sp>
        <p:sp>
          <p:nvSpPr>
            <p:cNvPr id="6" name="object 5">
              <a:extLst>
                <a:ext uri="{FF2B5EF4-FFF2-40B4-BE49-F238E27FC236}">
                  <a16:creationId xmlns:a16="http://schemas.microsoft.com/office/drawing/2014/main" id="{9D6E32A3-C780-8F01-F135-8C7FE66CF154}"/>
                </a:ext>
              </a:extLst>
            </p:cNvPr>
            <p:cNvSpPr/>
            <p:nvPr/>
          </p:nvSpPr>
          <p:spPr>
            <a:xfrm>
              <a:off x="0" y="0"/>
              <a:ext cx="9144000" cy="6858000"/>
            </a:xfrm>
            <a:custGeom>
              <a:avLst/>
              <a:gdLst/>
              <a:ahLst/>
              <a:cxnLst/>
              <a:rect l="l" t="t" r="r" b="b"/>
              <a:pathLst>
                <a:path w="9144000" h="6858000">
                  <a:moveTo>
                    <a:pt x="9144000" y="6679184"/>
                  </a:moveTo>
                  <a:lnTo>
                    <a:pt x="0" y="6679184"/>
                  </a:lnTo>
                  <a:lnTo>
                    <a:pt x="0" y="6858000"/>
                  </a:lnTo>
                  <a:lnTo>
                    <a:pt x="9144000" y="6858000"/>
                  </a:lnTo>
                  <a:lnTo>
                    <a:pt x="9144000" y="6679184"/>
                  </a:lnTo>
                  <a:close/>
                </a:path>
                <a:path w="9144000" h="6858000">
                  <a:moveTo>
                    <a:pt x="9144000" y="0"/>
                  </a:moveTo>
                  <a:lnTo>
                    <a:pt x="0" y="0"/>
                  </a:lnTo>
                  <a:lnTo>
                    <a:pt x="0" y="178828"/>
                  </a:lnTo>
                  <a:lnTo>
                    <a:pt x="9144000" y="178828"/>
                  </a:lnTo>
                  <a:lnTo>
                    <a:pt x="9144000" y="0"/>
                  </a:lnTo>
                  <a:close/>
                </a:path>
              </a:pathLst>
            </a:custGeom>
            <a:solidFill>
              <a:srgbClr val="00B0F0"/>
            </a:solidFill>
          </p:spPr>
          <p:txBody>
            <a:bodyPr wrap="square" lIns="0" tIns="0" rIns="0" bIns="0" rtlCol="0"/>
            <a:lstStyle/>
            <a:p>
              <a:endParaRPr/>
            </a:p>
          </p:txBody>
        </p:sp>
        <p:pic>
          <p:nvPicPr>
            <p:cNvPr id="7" name="object 6">
              <a:extLst>
                <a:ext uri="{FF2B5EF4-FFF2-40B4-BE49-F238E27FC236}">
                  <a16:creationId xmlns:a16="http://schemas.microsoft.com/office/drawing/2014/main" id="{A548558F-3E71-DA77-B1C9-1074FD40BC28}"/>
                </a:ext>
              </a:extLst>
            </p:cNvPr>
            <p:cNvPicPr/>
            <p:nvPr/>
          </p:nvPicPr>
          <p:blipFill>
            <a:blip r:embed="rId2" cstate="print"/>
            <a:stretch>
              <a:fillRect/>
            </a:stretch>
          </p:blipFill>
          <p:spPr>
            <a:xfrm>
              <a:off x="7924590" y="285728"/>
              <a:ext cx="996639" cy="995635"/>
            </a:xfrm>
            <a:prstGeom prst="rect">
              <a:avLst/>
            </a:prstGeom>
          </p:spPr>
        </p:pic>
      </p:grpSp>
      <p:sp>
        <p:nvSpPr>
          <p:cNvPr id="8" name="object 9">
            <a:extLst>
              <a:ext uri="{FF2B5EF4-FFF2-40B4-BE49-F238E27FC236}">
                <a16:creationId xmlns:a16="http://schemas.microsoft.com/office/drawing/2014/main" id="{22C9750B-DF7C-8425-3A07-AE445C53F89B}"/>
              </a:ext>
            </a:extLst>
          </p:cNvPr>
          <p:cNvSpPr txBox="1">
            <a:spLocks noGrp="1"/>
          </p:cNvSpPr>
          <p:nvPr>
            <p:ph type="dt" sz="half" idx="6"/>
          </p:nvPr>
        </p:nvSpPr>
        <p:spPr>
          <a:xfrm>
            <a:off x="673510" y="6689687"/>
            <a:ext cx="8087328" cy="205184"/>
          </a:xfrm>
          <a:prstGeom prst="rect">
            <a:avLst/>
          </a:prstGeom>
        </p:spPr>
        <p:txBody>
          <a:bodyPr vert="horz" wrap="square" lIns="0" tIns="0" rIns="0" bIns="0" rtlCol="0">
            <a:spAutoFit/>
          </a:bodyPr>
          <a:lstStyle/>
          <a:p>
            <a:pPr>
              <a:lnSpc>
                <a:spcPts val="1590"/>
              </a:lnSpc>
            </a:pPr>
            <a:r>
              <a:rPr dirty="0"/>
              <a:t>Department</a:t>
            </a:r>
            <a:r>
              <a:rPr spc="-45" dirty="0"/>
              <a:t> </a:t>
            </a:r>
            <a:r>
              <a:rPr dirty="0"/>
              <a:t>of</a:t>
            </a:r>
            <a:r>
              <a:rPr spc="-45" dirty="0"/>
              <a:t> </a:t>
            </a:r>
            <a:r>
              <a:rPr dirty="0"/>
              <a:t>Computational</a:t>
            </a:r>
            <a:r>
              <a:rPr spc="-40" dirty="0"/>
              <a:t> </a:t>
            </a:r>
            <a:r>
              <a:rPr dirty="0"/>
              <a:t>Intelligence</a:t>
            </a:r>
            <a:r>
              <a:rPr spc="-45" dirty="0"/>
              <a:t> </a:t>
            </a:r>
            <a:r>
              <a:rPr spc="-465" dirty="0"/>
              <a:t>|</a:t>
            </a:r>
            <a:r>
              <a:rPr spc="-45" dirty="0"/>
              <a:t> </a:t>
            </a:r>
            <a:r>
              <a:rPr lang="en-US" spc="-45" dirty="0"/>
              <a:t>Application Development - 1</a:t>
            </a:r>
            <a:r>
              <a:rPr spc="-45" dirty="0"/>
              <a:t> </a:t>
            </a:r>
            <a:r>
              <a:rPr spc="-465" dirty="0"/>
              <a:t>|</a:t>
            </a:r>
            <a:r>
              <a:rPr spc="-45" dirty="0"/>
              <a:t> </a:t>
            </a:r>
            <a:r>
              <a:rPr spc="-35" dirty="0" err="1"/>
              <a:t>B.Tech</a:t>
            </a:r>
            <a:r>
              <a:rPr spc="-40" dirty="0"/>
              <a:t> </a:t>
            </a:r>
            <a:r>
              <a:rPr dirty="0"/>
              <a:t>I</a:t>
            </a:r>
            <a:r>
              <a:rPr lang="en-US" dirty="0"/>
              <a:t>II</a:t>
            </a:r>
            <a:r>
              <a:rPr spc="-45" dirty="0"/>
              <a:t> </a:t>
            </a:r>
            <a:r>
              <a:rPr dirty="0"/>
              <a:t>Year</a:t>
            </a:r>
            <a:r>
              <a:rPr spc="-40" dirty="0"/>
              <a:t> </a:t>
            </a:r>
            <a:r>
              <a:rPr spc="295" dirty="0"/>
              <a:t>–</a:t>
            </a:r>
            <a:r>
              <a:rPr spc="-45" dirty="0"/>
              <a:t> </a:t>
            </a:r>
            <a:r>
              <a:rPr dirty="0"/>
              <a:t>I</a:t>
            </a:r>
            <a:r>
              <a:rPr spc="-45" dirty="0"/>
              <a:t> </a:t>
            </a:r>
            <a:r>
              <a:rPr spc="-25" dirty="0"/>
              <a:t>Sem</a:t>
            </a:r>
          </a:p>
        </p:txBody>
      </p:sp>
      <p:pic>
        <p:nvPicPr>
          <p:cNvPr id="10" name="Picture 9">
            <a:extLst>
              <a:ext uri="{FF2B5EF4-FFF2-40B4-BE49-F238E27FC236}">
                <a16:creationId xmlns:a16="http://schemas.microsoft.com/office/drawing/2014/main" id="{218FA2DA-2020-48C6-D190-11E6EDFFCAD3}"/>
              </a:ext>
            </a:extLst>
          </p:cNvPr>
          <p:cNvPicPr>
            <a:picLocks noChangeAspect="1"/>
          </p:cNvPicPr>
          <p:nvPr/>
        </p:nvPicPr>
        <p:blipFill>
          <a:blip r:embed="rId3"/>
          <a:stretch>
            <a:fillRect/>
          </a:stretch>
        </p:blipFill>
        <p:spPr>
          <a:xfrm>
            <a:off x="346518" y="1389673"/>
            <a:ext cx="8064101" cy="4707871"/>
          </a:xfrm>
          <a:prstGeom prst="rect">
            <a:avLst/>
          </a:prstGeom>
        </p:spPr>
      </p:pic>
    </p:spTree>
    <p:extLst>
      <p:ext uri="{BB962C8B-B14F-4D97-AF65-F5344CB8AC3E}">
        <p14:creationId xmlns:p14="http://schemas.microsoft.com/office/powerpoint/2010/main" val="2284029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0F2BE3B8-5C6F-18C4-9B10-FF734FDE5FD9}"/>
              </a:ext>
            </a:extLst>
          </p:cNvPr>
          <p:cNvGrpSpPr/>
          <p:nvPr/>
        </p:nvGrpSpPr>
        <p:grpSpPr>
          <a:xfrm>
            <a:off x="0" y="0"/>
            <a:ext cx="9144000" cy="6858000"/>
            <a:chOff x="0" y="0"/>
            <a:chExt cx="9144000" cy="6858000"/>
          </a:xfrm>
        </p:grpSpPr>
        <p:sp>
          <p:nvSpPr>
            <p:cNvPr id="5" name="object 4">
              <a:extLst>
                <a:ext uri="{FF2B5EF4-FFF2-40B4-BE49-F238E27FC236}">
                  <a16:creationId xmlns:a16="http://schemas.microsoft.com/office/drawing/2014/main" id="{8213D369-7D3C-5891-1795-1EFE0292FB20}"/>
                </a:ext>
              </a:extLst>
            </p:cNvPr>
            <p:cNvSpPr/>
            <p:nvPr/>
          </p:nvSpPr>
          <p:spPr>
            <a:xfrm>
              <a:off x="142843" y="214289"/>
              <a:ext cx="8858885" cy="6430010"/>
            </a:xfrm>
            <a:custGeom>
              <a:avLst/>
              <a:gdLst/>
              <a:ahLst/>
              <a:cxnLst/>
              <a:rect l="l" t="t" r="r" b="b"/>
              <a:pathLst>
                <a:path w="8858885" h="6430009">
                  <a:moveTo>
                    <a:pt x="0" y="0"/>
                  </a:moveTo>
                  <a:lnTo>
                    <a:pt x="8858312" y="0"/>
                  </a:lnTo>
                  <a:lnTo>
                    <a:pt x="8858312" y="6429419"/>
                  </a:lnTo>
                  <a:lnTo>
                    <a:pt x="0" y="6429419"/>
                  </a:lnTo>
                  <a:lnTo>
                    <a:pt x="0" y="0"/>
                  </a:lnTo>
                  <a:close/>
                </a:path>
              </a:pathLst>
            </a:custGeom>
            <a:ln w="25399">
              <a:solidFill>
                <a:srgbClr val="385E88"/>
              </a:solidFill>
            </a:ln>
          </p:spPr>
          <p:txBody>
            <a:bodyPr wrap="square" lIns="0" tIns="0" rIns="0" bIns="0" rtlCol="0"/>
            <a:lstStyle/>
            <a:p>
              <a:endParaRPr/>
            </a:p>
          </p:txBody>
        </p:sp>
        <p:sp>
          <p:nvSpPr>
            <p:cNvPr id="6" name="object 5">
              <a:extLst>
                <a:ext uri="{FF2B5EF4-FFF2-40B4-BE49-F238E27FC236}">
                  <a16:creationId xmlns:a16="http://schemas.microsoft.com/office/drawing/2014/main" id="{5FC7EF5C-931B-2D68-3AD8-A0F1396FEE75}"/>
                </a:ext>
              </a:extLst>
            </p:cNvPr>
            <p:cNvSpPr/>
            <p:nvPr/>
          </p:nvSpPr>
          <p:spPr>
            <a:xfrm>
              <a:off x="0" y="0"/>
              <a:ext cx="9144000" cy="6858000"/>
            </a:xfrm>
            <a:custGeom>
              <a:avLst/>
              <a:gdLst/>
              <a:ahLst/>
              <a:cxnLst/>
              <a:rect l="l" t="t" r="r" b="b"/>
              <a:pathLst>
                <a:path w="9144000" h="6858000">
                  <a:moveTo>
                    <a:pt x="9144000" y="6679184"/>
                  </a:moveTo>
                  <a:lnTo>
                    <a:pt x="0" y="6679184"/>
                  </a:lnTo>
                  <a:lnTo>
                    <a:pt x="0" y="6858000"/>
                  </a:lnTo>
                  <a:lnTo>
                    <a:pt x="9144000" y="6858000"/>
                  </a:lnTo>
                  <a:lnTo>
                    <a:pt x="9144000" y="6679184"/>
                  </a:lnTo>
                  <a:close/>
                </a:path>
                <a:path w="9144000" h="6858000">
                  <a:moveTo>
                    <a:pt x="9144000" y="0"/>
                  </a:moveTo>
                  <a:lnTo>
                    <a:pt x="0" y="0"/>
                  </a:lnTo>
                  <a:lnTo>
                    <a:pt x="0" y="178828"/>
                  </a:lnTo>
                  <a:lnTo>
                    <a:pt x="9144000" y="178828"/>
                  </a:lnTo>
                  <a:lnTo>
                    <a:pt x="9144000" y="0"/>
                  </a:lnTo>
                  <a:close/>
                </a:path>
              </a:pathLst>
            </a:custGeom>
            <a:solidFill>
              <a:srgbClr val="00B0F0"/>
            </a:solidFill>
          </p:spPr>
          <p:txBody>
            <a:bodyPr wrap="square" lIns="0" tIns="0" rIns="0" bIns="0" rtlCol="0"/>
            <a:lstStyle/>
            <a:p>
              <a:endParaRPr/>
            </a:p>
          </p:txBody>
        </p:sp>
        <p:pic>
          <p:nvPicPr>
            <p:cNvPr id="7" name="object 6">
              <a:extLst>
                <a:ext uri="{FF2B5EF4-FFF2-40B4-BE49-F238E27FC236}">
                  <a16:creationId xmlns:a16="http://schemas.microsoft.com/office/drawing/2014/main" id="{DB832DDA-61C8-6163-F0EB-F6C969A4F1A2}"/>
                </a:ext>
              </a:extLst>
            </p:cNvPr>
            <p:cNvPicPr/>
            <p:nvPr/>
          </p:nvPicPr>
          <p:blipFill>
            <a:blip r:embed="rId2" cstate="print"/>
            <a:stretch>
              <a:fillRect/>
            </a:stretch>
          </p:blipFill>
          <p:spPr>
            <a:xfrm>
              <a:off x="7924590" y="285728"/>
              <a:ext cx="996639" cy="995635"/>
            </a:xfrm>
            <a:prstGeom prst="rect">
              <a:avLst/>
            </a:prstGeom>
          </p:spPr>
        </p:pic>
      </p:grpSp>
      <p:sp>
        <p:nvSpPr>
          <p:cNvPr id="8" name="object 9">
            <a:extLst>
              <a:ext uri="{FF2B5EF4-FFF2-40B4-BE49-F238E27FC236}">
                <a16:creationId xmlns:a16="http://schemas.microsoft.com/office/drawing/2014/main" id="{DDAC860B-B3D4-F5AA-C0B9-BD1E286559BE}"/>
              </a:ext>
            </a:extLst>
          </p:cNvPr>
          <p:cNvSpPr txBox="1">
            <a:spLocks noGrp="1"/>
          </p:cNvSpPr>
          <p:nvPr>
            <p:ph type="dt" sz="half" idx="6"/>
          </p:nvPr>
        </p:nvSpPr>
        <p:spPr>
          <a:xfrm>
            <a:off x="685800" y="6652816"/>
            <a:ext cx="8087328" cy="205184"/>
          </a:xfrm>
          <a:prstGeom prst="rect">
            <a:avLst/>
          </a:prstGeom>
        </p:spPr>
        <p:txBody>
          <a:bodyPr vert="horz" wrap="square" lIns="0" tIns="0" rIns="0" bIns="0" rtlCol="0">
            <a:spAutoFit/>
          </a:bodyPr>
          <a:lstStyle/>
          <a:p>
            <a:pPr>
              <a:lnSpc>
                <a:spcPts val="1590"/>
              </a:lnSpc>
            </a:pPr>
            <a:r>
              <a:rPr dirty="0"/>
              <a:t>Department</a:t>
            </a:r>
            <a:r>
              <a:rPr spc="-45" dirty="0"/>
              <a:t> </a:t>
            </a:r>
            <a:r>
              <a:rPr dirty="0"/>
              <a:t>of</a:t>
            </a:r>
            <a:r>
              <a:rPr spc="-45" dirty="0"/>
              <a:t> </a:t>
            </a:r>
            <a:r>
              <a:rPr dirty="0"/>
              <a:t>Computational</a:t>
            </a:r>
            <a:r>
              <a:rPr spc="-40" dirty="0"/>
              <a:t> </a:t>
            </a:r>
            <a:r>
              <a:rPr dirty="0"/>
              <a:t>Intelligence</a:t>
            </a:r>
            <a:r>
              <a:rPr spc="-45" dirty="0"/>
              <a:t> </a:t>
            </a:r>
            <a:r>
              <a:rPr spc="-465" dirty="0"/>
              <a:t>|</a:t>
            </a:r>
            <a:r>
              <a:rPr spc="-45" dirty="0"/>
              <a:t> </a:t>
            </a:r>
            <a:r>
              <a:rPr lang="en-US" spc="-45" dirty="0"/>
              <a:t>Application Development - 1</a:t>
            </a:r>
            <a:r>
              <a:rPr spc="-45" dirty="0"/>
              <a:t> </a:t>
            </a:r>
            <a:r>
              <a:rPr spc="-465" dirty="0"/>
              <a:t>|</a:t>
            </a:r>
            <a:r>
              <a:rPr spc="-45" dirty="0"/>
              <a:t> </a:t>
            </a:r>
            <a:r>
              <a:rPr spc="-35" dirty="0" err="1"/>
              <a:t>B.Tech</a:t>
            </a:r>
            <a:r>
              <a:rPr spc="-40" dirty="0"/>
              <a:t> </a:t>
            </a:r>
            <a:r>
              <a:rPr dirty="0"/>
              <a:t>I</a:t>
            </a:r>
            <a:r>
              <a:rPr lang="en-US" dirty="0"/>
              <a:t>II</a:t>
            </a:r>
            <a:r>
              <a:rPr spc="-45" dirty="0"/>
              <a:t> </a:t>
            </a:r>
            <a:r>
              <a:rPr dirty="0"/>
              <a:t>Year</a:t>
            </a:r>
            <a:r>
              <a:rPr spc="-40" dirty="0"/>
              <a:t> </a:t>
            </a:r>
            <a:r>
              <a:rPr spc="295" dirty="0"/>
              <a:t>–</a:t>
            </a:r>
            <a:r>
              <a:rPr spc="-45" dirty="0"/>
              <a:t> </a:t>
            </a:r>
            <a:r>
              <a:rPr dirty="0"/>
              <a:t>I</a:t>
            </a:r>
            <a:r>
              <a:rPr spc="-45" dirty="0"/>
              <a:t> </a:t>
            </a:r>
            <a:r>
              <a:rPr spc="-25" dirty="0"/>
              <a:t>Sem</a:t>
            </a:r>
          </a:p>
        </p:txBody>
      </p:sp>
      <p:sp>
        <p:nvSpPr>
          <p:cNvPr id="12" name="TextBox 11">
            <a:extLst>
              <a:ext uri="{FF2B5EF4-FFF2-40B4-BE49-F238E27FC236}">
                <a16:creationId xmlns:a16="http://schemas.microsoft.com/office/drawing/2014/main" id="{8304BAF3-FD1F-D6C9-F6B9-2820AE120924}"/>
              </a:ext>
            </a:extLst>
          </p:cNvPr>
          <p:cNvSpPr txBox="1"/>
          <p:nvPr/>
        </p:nvSpPr>
        <p:spPr>
          <a:xfrm>
            <a:off x="711200" y="1447800"/>
            <a:ext cx="7594600" cy="3780522"/>
          </a:xfrm>
          <a:prstGeom prst="rect">
            <a:avLst/>
          </a:prstGeom>
          <a:noFill/>
        </p:spPr>
        <p:txBody>
          <a:bodyPr wrap="square">
            <a:spAutoFit/>
          </a:bodyPr>
          <a:lstStyle/>
          <a:p>
            <a:pPr algn="l">
              <a:lnSpc>
                <a:spcPct val="150000"/>
              </a:lnSpc>
            </a:pPr>
            <a:r>
              <a:rPr lang="en-US" b="1" dirty="0"/>
              <a:t>Sequence Diagram</a:t>
            </a:r>
          </a:p>
          <a:p>
            <a:pPr algn="l">
              <a:lnSpc>
                <a:spcPct val="150000"/>
              </a:lnSpc>
            </a:pPr>
            <a:r>
              <a:rPr lang="en-US" b="1" dirty="0"/>
              <a:t>Purpose:</a:t>
            </a:r>
            <a:r>
              <a:rPr lang="en-US" dirty="0"/>
              <a:t> Illustrates how objects interact in a time-based sequence for a specific scenario.</a:t>
            </a:r>
          </a:p>
          <a:p>
            <a:pPr algn="l">
              <a:lnSpc>
                <a:spcPct val="150000"/>
              </a:lnSpc>
            </a:pPr>
            <a:r>
              <a:rPr lang="en-US" b="1" dirty="0"/>
              <a:t>Objects:</a:t>
            </a:r>
            <a:r>
              <a:rPr lang="en-US" dirty="0"/>
              <a:t> User Interface, </a:t>
            </a:r>
            <a:r>
              <a:rPr lang="en-US" dirty="0" err="1"/>
              <a:t>APIController</a:t>
            </a:r>
            <a:r>
              <a:rPr lang="en-US" dirty="0"/>
              <a:t>, </a:t>
            </a:r>
            <a:r>
              <a:rPr lang="en-US" dirty="0" err="1"/>
              <a:t>SafetyService</a:t>
            </a:r>
            <a:r>
              <a:rPr lang="en-US" dirty="0"/>
              <a:t>, </a:t>
            </a:r>
            <a:r>
              <a:rPr lang="en-US" dirty="0" err="1"/>
              <a:t>MLModel</a:t>
            </a:r>
            <a:r>
              <a:rPr lang="en-US" dirty="0"/>
              <a:t>.</a:t>
            </a:r>
          </a:p>
          <a:p>
            <a:pPr algn="l">
              <a:lnSpc>
                <a:spcPct val="150000"/>
              </a:lnSpc>
            </a:pPr>
            <a:r>
              <a:rPr lang="en-US" b="1" dirty="0"/>
              <a:t>Interaction Sequence:</a:t>
            </a:r>
            <a:r>
              <a:rPr lang="en-US" dirty="0"/>
              <a:t> User -&gt; UI -&gt; </a:t>
            </a:r>
            <a:r>
              <a:rPr lang="en-US" dirty="0" err="1"/>
              <a:t>APIController</a:t>
            </a:r>
            <a:r>
              <a:rPr lang="en-US" dirty="0"/>
              <a:t> -&gt; </a:t>
            </a:r>
            <a:r>
              <a:rPr lang="en-US" dirty="0" err="1"/>
              <a:t>SafetyService</a:t>
            </a:r>
            <a:r>
              <a:rPr lang="en-US" dirty="0"/>
              <a:t> -&gt; </a:t>
            </a:r>
            <a:r>
              <a:rPr lang="en-US" dirty="0" err="1"/>
              <a:t>MLModel</a:t>
            </a:r>
            <a:r>
              <a:rPr lang="en-US" dirty="0"/>
              <a:t> -&gt; (return result back through the chain).</a:t>
            </a:r>
          </a:p>
          <a:p>
            <a:pPr algn="l">
              <a:lnSpc>
                <a:spcPct val="150000"/>
              </a:lnSpc>
            </a:pPr>
            <a:r>
              <a:rPr lang="en-US" b="1" dirty="0"/>
              <a:t>Value:</a:t>
            </a:r>
            <a:r>
              <a:rPr lang="en-US" dirty="0"/>
              <a:t> Details the exact order of messages and method calls that happen when a user submits a prompt, crucial for understanding real-time operation.</a:t>
            </a:r>
          </a:p>
        </p:txBody>
      </p:sp>
      <p:sp>
        <p:nvSpPr>
          <p:cNvPr id="13" name="Title 1">
            <a:extLst>
              <a:ext uri="{FF2B5EF4-FFF2-40B4-BE49-F238E27FC236}">
                <a16:creationId xmlns:a16="http://schemas.microsoft.com/office/drawing/2014/main" id="{AF24B670-857D-BEEA-1052-EEF860230654}"/>
              </a:ext>
            </a:extLst>
          </p:cNvPr>
          <p:cNvSpPr>
            <a:spLocks noGrp="1"/>
          </p:cNvSpPr>
          <p:nvPr>
            <p:ph type="title"/>
          </p:nvPr>
        </p:nvSpPr>
        <p:spPr>
          <a:xfrm>
            <a:off x="287306" y="443529"/>
            <a:ext cx="4208493" cy="1107996"/>
          </a:xfrm>
        </p:spPr>
        <p:txBody>
          <a:bodyPr/>
          <a:lstStyle/>
          <a:p>
            <a:r>
              <a:rPr lang="en-US" dirty="0"/>
              <a:t>Sequence Diagram</a:t>
            </a:r>
            <a:endParaRPr lang="en-IN" dirty="0"/>
          </a:p>
        </p:txBody>
      </p:sp>
    </p:spTree>
    <p:extLst>
      <p:ext uri="{BB962C8B-B14F-4D97-AF65-F5344CB8AC3E}">
        <p14:creationId xmlns:p14="http://schemas.microsoft.com/office/powerpoint/2010/main" val="16283903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31553" y="3081117"/>
            <a:ext cx="4607560" cy="1122680"/>
          </a:xfrm>
          <a:prstGeom prst="rect">
            <a:avLst/>
          </a:prstGeom>
        </p:spPr>
        <p:txBody>
          <a:bodyPr vert="horz" wrap="square" lIns="0" tIns="12700" rIns="0" bIns="0" rtlCol="0">
            <a:spAutoFit/>
          </a:bodyPr>
          <a:lstStyle/>
          <a:p>
            <a:pPr marL="12700">
              <a:lnSpc>
                <a:spcPct val="100000"/>
              </a:lnSpc>
              <a:spcBef>
                <a:spcPts val="100"/>
              </a:spcBef>
            </a:pPr>
            <a:r>
              <a:rPr sz="7200" spc="-20" dirty="0">
                <a:solidFill>
                  <a:srgbClr val="B7CCE4"/>
                </a:solidFill>
                <a:latin typeface="Constantia"/>
                <a:cs typeface="Constantia"/>
              </a:rPr>
              <a:t>Thank</a:t>
            </a:r>
            <a:r>
              <a:rPr sz="7200" spc="-375" dirty="0">
                <a:solidFill>
                  <a:srgbClr val="B7CCE4"/>
                </a:solidFill>
                <a:latin typeface="Constantia"/>
                <a:cs typeface="Constantia"/>
              </a:rPr>
              <a:t> </a:t>
            </a:r>
            <a:r>
              <a:rPr sz="7200" spc="-484" dirty="0">
                <a:solidFill>
                  <a:srgbClr val="B7CCE4"/>
                </a:solidFill>
                <a:latin typeface="Constantia"/>
                <a:cs typeface="Constantia"/>
              </a:rPr>
              <a:t>Y</a:t>
            </a:r>
            <a:r>
              <a:rPr sz="7200" spc="75" dirty="0">
                <a:solidFill>
                  <a:srgbClr val="B7CCE4"/>
                </a:solidFill>
                <a:latin typeface="Constantia"/>
                <a:cs typeface="Constantia"/>
              </a:rPr>
              <a:t>ou</a:t>
            </a:r>
            <a:endParaRPr sz="7200">
              <a:latin typeface="Constantia"/>
              <a:cs typeface="Constantia"/>
            </a:endParaRPr>
          </a:p>
        </p:txBody>
      </p:sp>
      <p:grpSp>
        <p:nvGrpSpPr>
          <p:cNvPr id="3" name="object 3"/>
          <p:cNvGrpSpPr/>
          <p:nvPr/>
        </p:nvGrpSpPr>
        <p:grpSpPr>
          <a:xfrm>
            <a:off x="0" y="0"/>
            <a:ext cx="9144000" cy="6858000"/>
            <a:chOff x="0" y="0"/>
            <a:chExt cx="9144000" cy="6858000"/>
          </a:xfrm>
        </p:grpSpPr>
        <p:sp>
          <p:nvSpPr>
            <p:cNvPr id="4" name="object 4"/>
            <p:cNvSpPr/>
            <p:nvPr/>
          </p:nvSpPr>
          <p:spPr>
            <a:xfrm>
              <a:off x="142843" y="214289"/>
              <a:ext cx="8858885" cy="6430010"/>
            </a:xfrm>
            <a:custGeom>
              <a:avLst/>
              <a:gdLst/>
              <a:ahLst/>
              <a:cxnLst/>
              <a:rect l="l" t="t" r="r" b="b"/>
              <a:pathLst>
                <a:path w="8858885" h="6430009">
                  <a:moveTo>
                    <a:pt x="0" y="0"/>
                  </a:moveTo>
                  <a:lnTo>
                    <a:pt x="8858312" y="0"/>
                  </a:lnTo>
                  <a:lnTo>
                    <a:pt x="8858312" y="6429419"/>
                  </a:lnTo>
                  <a:lnTo>
                    <a:pt x="0" y="6429419"/>
                  </a:lnTo>
                  <a:lnTo>
                    <a:pt x="0" y="0"/>
                  </a:lnTo>
                  <a:close/>
                </a:path>
              </a:pathLst>
            </a:custGeom>
            <a:ln w="25399">
              <a:solidFill>
                <a:srgbClr val="385E88"/>
              </a:solidFill>
            </a:ln>
          </p:spPr>
          <p:txBody>
            <a:bodyPr wrap="square" lIns="0" tIns="0" rIns="0" bIns="0" rtlCol="0"/>
            <a:lstStyle/>
            <a:p>
              <a:endParaRPr/>
            </a:p>
          </p:txBody>
        </p:sp>
        <p:sp>
          <p:nvSpPr>
            <p:cNvPr id="5" name="object 5"/>
            <p:cNvSpPr/>
            <p:nvPr/>
          </p:nvSpPr>
          <p:spPr>
            <a:xfrm>
              <a:off x="0" y="0"/>
              <a:ext cx="9144000" cy="6858000"/>
            </a:xfrm>
            <a:custGeom>
              <a:avLst/>
              <a:gdLst/>
              <a:ahLst/>
              <a:cxnLst/>
              <a:rect l="l" t="t" r="r" b="b"/>
              <a:pathLst>
                <a:path w="9144000" h="6858000">
                  <a:moveTo>
                    <a:pt x="9144000" y="6679184"/>
                  </a:moveTo>
                  <a:lnTo>
                    <a:pt x="0" y="6679184"/>
                  </a:lnTo>
                  <a:lnTo>
                    <a:pt x="0" y="6858000"/>
                  </a:lnTo>
                  <a:lnTo>
                    <a:pt x="9144000" y="6858000"/>
                  </a:lnTo>
                  <a:lnTo>
                    <a:pt x="9144000" y="6679184"/>
                  </a:lnTo>
                  <a:close/>
                </a:path>
                <a:path w="9144000" h="6858000">
                  <a:moveTo>
                    <a:pt x="9144000" y="0"/>
                  </a:moveTo>
                  <a:lnTo>
                    <a:pt x="0" y="0"/>
                  </a:lnTo>
                  <a:lnTo>
                    <a:pt x="0" y="178828"/>
                  </a:lnTo>
                  <a:lnTo>
                    <a:pt x="9144000" y="178828"/>
                  </a:lnTo>
                  <a:lnTo>
                    <a:pt x="9144000" y="0"/>
                  </a:lnTo>
                  <a:close/>
                </a:path>
              </a:pathLst>
            </a:custGeom>
            <a:solidFill>
              <a:srgbClr val="00B0F0"/>
            </a:solidFill>
          </p:spPr>
          <p:txBody>
            <a:bodyPr wrap="square" lIns="0" tIns="0" rIns="0" bIns="0" rtlCol="0"/>
            <a:lstStyle/>
            <a:p>
              <a:endParaRPr/>
            </a:p>
          </p:txBody>
        </p:sp>
        <p:pic>
          <p:nvPicPr>
            <p:cNvPr id="6" name="object 6"/>
            <p:cNvPicPr/>
            <p:nvPr/>
          </p:nvPicPr>
          <p:blipFill>
            <a:blip r:embed="rId2" cstate="print"/>
            <a:stretch>
              <a:fillRect/>
            </a:stretch>
          </p:blipFill>
          <p:spPr>
            <a:xfrm>
              <a:off x="7924590" y="285728"/>
              <a:ext cx="996639" cy="995635"/>
            </a:xfrm>
            <a:prstGeom prst="rect">
              <a:avLst/>
            </a:prstGeom>
          </p:spPr>
        </p:pic>
      </p:grpSp>
      <p:sp>
        <p:nvSpPr>
          <p:cNvPr id="8" name="object 9">
            <a:extLst>
              <a:ext uri="{FF2B5EF4-FFF2-40B4-BE49-F238E27FC236}">
                <a16:creationId xmlns:a16="http://schemas.microsoft.com/office/drawing/2014/main" id="{FCC6EBF1-DD35-A48F-D509-B2FE28CAE8CF}"/>
              </a:ext>
            </a:extLst>
          </p:cNvPr>
          <p:cNvSpPr txBox="1">
            <a:spLocks noGrp="1"/>
          </p:cNvSpPr>
          <p:nvPr>
            <p:ph type="dt" sz="half" idx="6"/>
          </p:nvPr>
        </p:nvSpPr>
        <p:spPr>
          <a:xfrm>
            <a:off x="685800" y="6652816"/>
            <a:ext cx="8087328" cy="205184"/>
          </a:xfrm>
          <a:prstGeom prst="rect">
            <a:avLst/>
          </a:prstGeom>
        </p:spPr>
        <p:txBody>
          <a:bodyPr vert="horz" wrap="square" lIns="0" tIns="0" rIns="0" bIns="0" rtlCol="0">
            <a:spAutoFit/>
          </a:bodyPr>
          <a:lstStyle/>
          <a:p>
            <a:pPr>
              <a:lnSpc>
                <a:spcPts val="1590"/>
              </a:lnSpc>
            </a:pPr>
            <a:r>
              <a:rPr dirty="0"/>
              <a:t>Department</a:t>
            </a:r>
            <a:r>
              <a:rPr spc="-45" dirty="0"/>
              <a:t> </a:t>
            </a:r>
            <a:r>
              <a:rPr dirty="0"/>
              <a:t>of</a:t>
            </a:r>
            <a:r>
              <a:rPr spc="-45" dirty="0"/>
              <a:t> </a:t>
            </a:r>
            <a:r>
              <a:rPr dirty="0"/>
              <a:t>Computational</a:t>
            </a:r>
            <a:r>
              <a:rPr spc="-40" dirty="0"/>
              <a:t> </a:t>
            </a:r>
            <a:r>
              <a:rPr dirty="0"/>
              <a:t>Intelligence</a:t>
            </a:r>
            <a:r>
              <a:rPr spc="-45" dirty="0"/>
              <a:t> </a:t>
            </a:r>
            <a:r>
              <a:rPr spc="-465" dirty="0"/>
              <a:t>|</a:t>
            </a:r>
            <a:r>
              <a:rPr spc="-45" dirty="0"/>
              <a:t> </a:t>
            </a:r>
            <a:r>
              <a:rPr lang="en-US" spc="-45" dirty="0"/>
              <a:t>Application Development - 1</a:t>
            </a:r>
            <a:r>
              <a:rPr spc="-45" dirty="0"/>
              <a:t> </a:t>
            </a:r>
            <a:r>
              <a:rPr spc="-465" dirty="0"/>
              <a:t>|</a:t>
            </a:r>
            <a:r>
              <a:rPr spc="-45" dirty="0"/>
              <a:t> </a:t>
            </a:r>
            <a:r>
              <a:rPr spc="-35" dirty="0" err="1"/>
              <a:t>B.Tech</a:t>
            </a:r>
            <a:r>
              <a:rPr spc="-40" dirty="0"/>
              <a:t> </a:t>
            </a:r>
            <a:r>
              <a:rPr dirty="0"/>
              <a:t>I</a:t>
            </a:r>
            <a:r>
              <a:rPr lang="en-US" dirty="0"/>
              <a:t>II</a:t>
            </a:r>
            <a:r>
              <a:rPr spc="-45" dirty="0"/>
              <a:t> </a:t>
            </a:r>
            <a:r>
              <a:rPr dirty="0"/>
              <a:t>Year</a:t>
            </a:r>
            <a:r>
              <a:rPr spc="-40" dirty="0"/>
              <a:t> </a:t>
            </a:r>
            <a:r>
              <a:rPr spc="295" dirty="0"/>
              <a:t>–</a:t>
            </a:r>
            <a:r>
              <a:rPr spc="-45" dirty="0"/>
              <a:t> </a:t>
            </a:r>
            <a:r>
              <a:rPr dirty="0"/>
              <a:t>I</a:t>
            </a:r>
            <a:r>
              <a:rPr spc="-45" dirty="0"/>
              <a:t> </a:t>
            </a:r>
            <a:r>
              <a:rPr spc="-25" dirty="0"/>
              <a:t>Sem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688</TotalTime>
  <Words>1618</Words>
  <Application>Microsoft Office PowerPoint</Application>
  <PresentationFormat>On-screen Show (4:3)</PresentationFormat>
  <Paragraphs>111</Paragraphs>
  <Slides>23</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Arial</vt:lpstr>
      <vt:lpstr>Bricolage Grotesque Semi Bold</vt:lpstr>
      <vt:lpstr>Calibri</vt:lpstr>
      <vt:lpstr>Constantia</vt:lpstr>
      <vt:lpstr>Inter</vt:lpstr>
      <vt:lpstr>Lora</vt:lpstr>
      <vt:lpstr>Palatino Linotype</vt:lpstr>
      <vt:lpstr>Trebuchet MS</vt:lpstr>
      <vt:lpstr>Office Theme</vt:lpstr>
      <vt:lpstr>PowerPoint Presentation</vt:lpstr>
      <vt:lpstr>Introduction</vt:lpstr>
      <vt:lpstr>Solution</vt:lpstr>
      <vt:lpstr>Abstract</vt:lpstr>
      <vt:lpstr>Requirements Specification</vt:lpstr>
      <vt:lpstr>Requirements Specification</vt:lpstr>
      <vt:lpstr>Existing Systems</vt:lpstr>
      <vt:lpstr>Existing System</vt:lpstr>
      <vt:lpstr>Disadvantages of Existing System</vt:lpstr>
      <vt:lpstr>Proposed System</vt:lpstr>
      <vt:lpstr>Proposed system</vt:lpstr>
      <vt:lpstr>Advantages of Proposed System</vt:lpstr>
      <vt:lpstr>Architectural Diagram</vt:lpstr>
      <vt:lpstr>UML Diagrams</vt:lpstr>
      <vt:lpstr>Use Case Diagram</vt:lpstr>
      <vt:lpstr>Use Case Diagram</vt:lpstr>
      <vt:lpstr>Activity Diagram</vt:lpstr>
      <vt:lpstr>Activity Diagram</vt:lpstr>
      <vt:lpstr>Class Diagram</vt:lpstr>
      <vt:lpstr>Class Diagram</vt:lpstr>
      <vt:lpstr>Sequence Diagram</vt:lpstr>
      <vt:lpstr>Sequence Diagram</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Major-Project-PPT-FINAL</dc:title>
  <cp:lastModifiedBy>Vamshidhar Dontharaboina</cp:lastModifiedBy>
  <cp:revision>8</cp:revision>
  <dcterms:created xsi:type="dcterms:W3CDTF">2025-02-02T10:30:14Z</dcterms:created>
  <dcterms:modified xsi:type="dcterms:W3CDTF">2025-09-19T07:01:22Z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ies>
</file>